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9cff52f2b1b4341" /><Relationship Type="http://schemas.openxmlformats.org/officeDocument/2006/relationships/extended-properties" Target="/docProps/app.xml" Id="Rf7cd9ae0575f42e6" /><Relationship Type="http://schemas.openxmlformats.org/officeDocument/2006/relationships/officeDocument" Target="/ppt/presentation.xml" Id="R17d26fae76704f6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7d1fa91fec4472a"/>
  </p:sldMasterIdLst>
  <p:notesMasterIdLst>
    <p:notesMasterId xmlns:r="http://schemas.openxmlformats.org/officeDocument/2006/relationships" r:id="R80f04672186840c7"/>
  </p:notesMasterIdLst>
  <p:sldIdLst>
    <p:sldId xmlns:r="http://schemas.openxmlformats.org/officeDocument/2006/relationships" id="256" r:id="R2c3ee0bcd8c64976"/>
    <p:sldId xmlns:r="http://schemas.openxmlformats.org/officeDocument/2006/relationships" id="257" r:id="R2d9d5674883c47a4"/>
    <p:sldId xmlns:r="http://schemas.openxmlformats.org/officeDocument/2006/relationships" id="258" r:id="R7753202465b94e4c"/>
    <p:sldId xmlns:r="http://schemas.openxmlformats.org/officeDocument/2006/relationships" id="259" r:id="R2a67f1b089eb4908"/>
    <p:sldId xmlns:r="http://schemas.openxmlformats.org/officeDocument/2006/relationships" id="260" r:id="R6ccebda18a044383"/>
    <p:sldId xmlns:r="http://schemas.openxmlformats.org/officeDocument/2006/relationships" id="261" r:id="Rc2a67e4d31c24cd2"/>
    <p:sldId xmlns:r="http://schemas.openxmlformats.org/officeDocument/2006/relationships" id="262" r:id="R6c8c43e5b4f24065"/>
    <p:sldId xmlns:r="http://schemas.openxmlformats.org/officeDocument/2006/relationships" id="263" r:id="Rdb87e3b80bf74de3"/>
    <p:sldId xmlns:r="http://schemas.openxmlformats.org/officeDocument/2006/relationships" id="264" r:id="R96c94348f3ef464d"/>
    <p:sldId xmlns:r="http://schemas.openxmlformats.org/officeDocument/2006/relationships" id="265" r:id="Ra97bc3faae9f4f67"/>
    <p:sldId xmlns:r="http://schemas.openxmlformats.org/officeDocument/2006/relationships" id="266" r:id="R253eed0c633a4234"/>
    <p:sldId xmlns:r="http://schemas.openxmlformats.org/officeDocument/2006/relationships" id="267" r:id="R8e24119308514c96"/>
    <p:sldId xmlns:r="http://schemas.openxmlformats.org/officeDocument/2006/relationships" id="268" r:id="Rd758ad4668dc44c6"/>
    <p:sldId xmlns:r="http://schemas.openxmlformats.org/officeDocument/2006/relationships" id="269" r:id="R4154fcff31454dcf"/>
    <p:sldId xmlns:r="http://schemas.openxmlformats.org/officeDocument/2006/relationships" id="270" r:id="R54b7b7db4b8c47e3"/>
    <p:sldId xmlns:r="http://schemas.openxmlformats.org/officeDocument/2006/relationships" id="271" r:id="Ra4a631e349214f35"/>
    <p:sldId xmlns:r="http://schemas.openxmlformats.org/officeDocument/2006/relationships" id="272" r:id="R217f79e7907f4c9b"/>
    <p:sldId xmlns:r="http://schemas.openxmlformats.org/officeDocument/2006/relationships" id="273" r:id="R8607d24c809c43bc"/>
    <p:sldId xmlns:r="http://schemas.openxmlformats.org/officeDocument/2006/relationships" id="274" r:id="R13126b65e86d453f"/>
    <p:sldId xmlns:r="http://schemas.openxmlformats.org/officeDocument/2006/relationships" id="275" r:id="R94cffeca7d3241d4"/>
    <p:sldId xmlns:r="http://schemas.openxmlformats.org/officeDocument/2006/relationships" id="276" r:id="Rf80e46b67dbf4148"/>
    <p:sldId xmlns:r="http://schemas.openxmlformats.org/officeDocument/2006/relationships" id="277" r:id="Rc60f75e64d74439e"/>
    <p:sldId xmlns:r="http://schemas.openxmlformats.org/officeDocument/2006/relationships" id="278" r:id="Rb0addcc4dcf84abc"/>
    <p:sldId xmlns:r="http://schemas.openxmlformats.org/officeDocument/2006/relationships" id="279" r:id="Rd90f879e31744518"/>
    <p:sldId xmlns:r="http://schemas.openxmlformats.org/officeDocument/2006/relationships" id="280" r:id="R27f231e5c6484e6b"/>
    <p:sldId xmlns:r="http://schemas.openxmlformats.org/officeDocument/2006/relationships" id="281" r:id="Rc614c0a5075c4a20"/>
    <p:sldId xmlns:r="http://schemas.openxmlformats.org/officeDocument/2006/relationships" id="282" r:id="R3eb268ee1b80448c"/>
    <p:sldId xmlns:r="http://schemas.openxmlformats.org/officeDocument/2006/relationships" id="283" r:id="R50f528e71deb4d8b"/>
    <p:sldId xmlns:r="http://schemas.openxmlformats.org/officeDocument/2006/relationships" id="284" r:id="R5949c33181b04fa1"/>
  </p:sldIdLst>
  <p:sldSz cx="11430000" cy="8001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5741f92eacf4b7b" /><Relationship Type="http://schemas.openxmlformats.org/officeDocument/2006/relationships/slideMaster" Target="/ppt/slideMasters/slideMaster1.xml" Id="R87d1fa91fec4472a" /><Relationship Type="http://schemas.openxmlformats.org/officeDocument/2006/relationships/notesMaster" Target="/ppt/notesMasters/notesMaster1.xml" Id="R80f04672186840c7" /><Relationship Type="http://schemas.openxmlformats.org/officeDocument/2006/relationships/presProps" Target="/ppt/presProps.xml" Id="R792936f6bd374d88" /><Relationship Type="http://schemas.openxmlformats.org/officeDocument/2006/relationships/tableStyles" Target="/ppt/tableStyles.xml" Id="Re011dece6efa48f2" /><Relationship Type="http://schemas.openxmlformats.org/officeDocument/2006/relationships/slide" Target="/ppt/slides/slide1.xml" Id="R2c3ee0bcd8c64976" /><Relationship Type="http://schemas.openxmlformats.org/officeDocument/2006/relationships/slide" Target="/ppt/slides/slide2.xml" Id="R2d9d5674883c47a4" /><Relationship Type="http://schemas.openxmlformats.org/officeDocument/2006/relationships/slide" Target="/ppt/slides/slide3.xml" Id="R7753202465b94e4c" /><Relationship Type="http://schemas.openxmlformats.org/officeDocument/2006/relationships/slide" Target="/ppt/slides/slide4.xml" Id="R2a67f1b089eb4908" /><Relationship Type="http://schemas.openxmlformats.org/officeDocument/2006/relationships/slide" Target="/ppt/slides/slide5.xml" Id="R6ccebda18a044383" /><Relationship Type="http://schemas.openxmlformats.org/officeDocument/2006/relationships/slide" Target="/ppt/slides/slide6.xml" Id="Rc2a67e4d31c24cd2" /><Relationship Type="http://schemas.openxmlformats.org/officeDocument/2006/relationships/slide" Target="/ppt/slides/slide7.xml" Id="R6c8c43e5b4f24065" /><Relationship Type="http://schemas.openxmlformats.org/officeDocument/2006/relationships/slide" Target="/ppt/slides/slide8.xml" Id="Rdb87e3b80bf74de3" /><Relationship Type="http://schemas.openxmlformats.org/officeDocument/2006/relationships/slide" Target="/ppt/slides/slide9.xml" Id="R96c94348f3ef464d" /><Relationship Type="http://schemas.openxmlformats.org/officeDocument/2006/relationships/slide" Target="/ppt/slides/slide10.xml" Id="Ra97bc3faae9f4f67" /><Relationship Type="http://schemas.openxmlformats.org/officeDocument/2006/relationships/slide" Target="/ppt/slides/slide11.xml" Id="R253eed0c633a4234" /><Relationship Type="http://schemas.openxmlformats.org/officeDocument/2006/relationships/slide" Target="/ppt/slides/slide12.xml" Id="R8e24119308514c96" /><Relationship Type="http://schemas.openxmlformats.org/officeDocument/2006/relationships/slide" Target="/ppt/slides/slide13.xml" Id="Rd758ad4668dc44c6" /><Relationship Type="http://schemas.openxmlformats.org/officeDocument/2006/relationships/slide" Target="/ppt/slides/slide14.xml" Id="R4154fcff31454dcf" /><Relationship Type="http://schemas.openxmlformats.org/officeDocument/2006/relationships/slide" Target="/ppt/slides/slide15.xml" Id="R54b7b7db4b8c47e3" /><Relationship Type="http://schemas.openxmlformats.org/officeDocument/2006/relationships/slide" Target="/ppt/slides/slide16.xml" Id="Ra4a631e349214f35" /><Relationship Type="http://schemas.openxmlformats.org/officeDocument/2006/relationships/slide" Target="/ppt/slides/slide17.xml" Id="R217f79e7907f4c9b" /><Relationship Type="http://schemas.openxmlformats.org/officeDocument/2006/relationships/slide" Target="/ppt/slides/slide18.xml" Id="R8607d24c809c43bc" /><Relationship Type="http://schemas.openxmlformats.org/officeDocument/2006/relationships/slide" Target="/ppt/slides/slide19.xml" Id="R13126b65e86d453f" /><Relationship Type="http://schemas.openxmlformats.org/officeDocument/2006/relationships/slide" Target="/ppt/slides/slide20.xml" Id="R94cffeca7d3241d4" /><Relationship Type="http://schemas.openxmlformats.org/officeDocument/2006/relationships/slide" Target="/ppt/slides/slide21.xml" Id="Rf80e46b67dbf4148" /><Relationship Type="http://schemas.openxmlformats.org/officeDocument/2006/relationships/slide" Target="/ppt/slides/slide22.xml" Id="Rc60f75e64d74439e" /><Relationship Type="http://schemas.openxmlformats.org/officeDocument/2006/relationships/slide" Target="/ppt/slides/slide23.xml" Id="Rb0addcc4dcf84abc" /><Relationship Type="http://schemas.openxmlformats.org/officeDocument/2006/relationships/slide" Target="/ppt/slides/slide24.xml" Id="Rd90f879e31744518" /><Relationship Type="http://schemas.openxmlformats.org/officeDocument/2006/relationships/slide" Target="/ppt/slides/slide25.xml" Id="R27f231e5c6484e6b" /><Relationship Type="http://schemas.openxmlformats.org/officeDocument/2006/relationships/slide" Target="/ppt/slides/slide26.xml" Id="Rc614c0a5075c4a20" /><Relationship Type="http://schemas.openxmlformats.org/officeDocument/2006/relationships/slide" Target="/ppt/slides/slide27.xml" Id="R3eb268ee1b80448c" /><Relationship Type="http://schemas.openxmlformats.org/officeDocument/2006/relationships/slide" Target="/ppt/slides/slide28.xml" Id="R50f528e71deb4d8b" /><Relationship Type="http://schemas.openxmlformats.org/officeDocument/2006/relationships/slide" Target="/ppt/slides/slide29.xml" Id="R5949c33181b04fa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aaef5b7fa7b48b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2e40cfdc90b449f" /><Relationship Type="http://schemas.openxmlformats.org/officeDocument/2006/relationships/notesMaster" Target="/ppt/notesMasters/notesMaster1.xml" Id="R7ef010de976d4f1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aecb5f50b444d73" /><Relationship Type="http://schemas.openxmlformats.org/officeDocument/2006/relationships/notesMaster" Target="/ppt/notesMasters/notesMaster1.xml" Id="R067ff1fab2d540e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a653487c16d4642" /><Relationship Type="http://schemas.openxmlformats.org/officeDocument/2006/relationships/notesMaster" Target="/ppt/notesMasters/notesMaster1.xml" Id="R1b7396d38c32449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31f5ac8bb2c4dfe" /><Relationship Type="http://schemas.openxmlformats.org/officeDocument/2006/relationships/notesMaster" Target="/ppt/notesMasters/notesMaster1.xml" Id="R7667dfe975d043c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c03bfae36b94188" /><Relationship Type="http://schemas.openxmlformats.org/officeDocument/2006/relationships/notesMaster" Target="/ppt/notesMasters/notesMaster1.xml" Id="Ra0852ab5ab7c410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08d9c334fb34aac" /><Relationship Type="http://schemas.openxmlformats.org/officeDocument/2006/relationships/notesMaster" Target="/ppt/notesMasters/notesMaster1.xml" Id="R5d129873382e4d9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2613834615749a0" /><Relationship Type="http://schemas.openxmlformats.org/officeDocument/2006/relationships/notesMaster" Target="/ppt/notesMasters/notesMaster1.xml" Id="R739d46cd3b0840c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e6a3e12fce24fdb" /><Relationship Type="http://schemas.openxmlformats.org/officeDocument/2006/relationships/notesMaster" Target="/ppt/notesMasters/notesMaster1.xml" Id="Rbd7748f57919432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787b5615cb24633" /><Relationship Type="http://schemas.openxmlformats.org/officeDocument/2006/relationships/notesMaster" Target="/ppt/notesMasters/notesMaster1.xml" Id="Rb7037fb351104da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7e042d30dfd45a1" /><Relationship Type="http://schemas.openxmlformats.org/officeDocument/2006/relationships/notesMaster" Target="/ppt/notesMasters/notesMaster1.xml" Id="Rba1083452a364c0f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f3d57f38156c4493" /><Relationship Type="http://schemas.openxmlformats.org/officeDocument/2006/relationships/notesMaster" Target="/ppt/notesMasters/notesMaster1.xml" Id="R8cc2d50dcce74066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08860d1679f745bb" /><Relationship Type="http://schemas.openxmlformats.org/officeDocument/2006/relationships/notesMaster" Target="/ppt/notesMasters/notesMaster1.xml" Id="Rb72475198ae14c0d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128414715078455c" /><Relationship Type="http://schemas.openxmlformats.org/officeDocument/2006/relationships/notesMaster" Target="/ppt/notesMasters/notesMaster1.xml" Id="R3a5730eee0c546d9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16e525e52a344dd2" /><Relationship Type="http://schemas.openxmlformats.org/officeDocument/2006/relationships/notesMaster" Target="/ppt/notesMasters/notesMaster1.xml" Id="R9e761b76beb84215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565cccba79d447d6" /><Relationship Type="http://schemas.openxmlformats.org/officeDocument/2006/relationships/notesMaster" Target="/ppt/notesMasters/notesMaster1.xml" Id="R2766b4633e974368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0984feaf3ad84eac" /><Relationship Type="http://schemas.openxmlformats.org/officeDocument/2006/relationships/notesMaster" Target="/ppt/notesMasters/notesMaster1.xml" Id="Re0f2da1cdf9d4007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5b3ac183c1e04a95" /><Relationship Type="http://schemas.openxmlformats.org/officeDocument/2006/relationships/notesMaster" Target="/ppt/notesMasters/notesMaster1.xml" Id="Rd0d0d849e232437a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c6e50374cc0548a7" /><Relationship Type="http://schemas.openxmlformats.org/officeDocument/2006/relationships/notesMaster" Target="/ppt/notesMasters/notesMaster1.xml" Id="Re58de3dc807c4e07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35fce81708244690" /><Relationship Type="http://schemas.openxmlformats.org/officeDocument/2006/relationships/notesMaster" Target="/ppt/notesMasters/notesMaster1.xml" Id="R718dd6b1f2b6450d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c9425a4c2f804db5" /><Relationship Type="http://schemas.openxmlformats.org/officeDocument/2006/relationships/notesMaster" Target="/ppt/notesMasters/notesMaster1.xml" Id="Rf76afdb9356a46b8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915fbbb18c774527" /><Relationship Type="http://schemas.openxmlformats.org/officeDocument/2006/relationships/notesMaster" Target="/ppt/notesMasters/notesMaster1.xml" Id="R645f14ea87bb4ad3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cc9e836fa349448a" /><Relationship Type="http://schemas.openxmlformats.org/officeDocument/2006/relationships/notesMaster" Target="/ppt/notesMasters/notesMaster1.xml" Id="Radc48a7db0fa4014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747235e5fd9b412c" /><Relationship Type="http://schemas.openxmlformats.org/officeDocument/2006/relationships/notesMaster" Target="/ppt/notesMasters/notesMaster1.xml" Id="R3391cd8f651d4218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5525732768e74c55" /><Relationship Type="http://schemas.openxmlformats.org/officeDocument/2006/relationships/notesMaster" Target="/ppt/notesMasters/notesMaster1.xml" Id="R588f8b30db3643ff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a80402f14e964950" /><Relationship Type="http://schemas.openxmlformats.org/officeDocument/2006/relationships/notesMaster" Target="/ppt/notesMasters/notesMaster1.xml" Id="Ref6bcc34f9fb47bb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cc71a9be46ad4cd0" /><Relationship Type="http://schemas.openxmlformats.org/officeDocument/2006/relationships/notesMaster" Target="/ppt/notesMasters/notesMaster1.xml" Id="R846481a01c1a4844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9e77fe0133e74ce8" /><Relationship Type="http://schemas.openxmlformats.org/officeDocument/2006/relationships/notesMaster" Target="/ppt/notesMasters/notesMaster1.xml" Id="R711f23bc701b4e9c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0fa5704dc1fb4e51" /><Relationship Type="http://schemas.openxmlformats.org/officeDocument/2006/relationships/notesMaster" Target="/ppt/notesMasters/notesMaster1.xml" Id="R7ced944b6f944237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797c65af7b114d1a" /><Relationship Type="http://schemas.openxmlformats.org/officeDocument/2006/relationships/notesMaster" Target="/ppt/notesMasters/notesMaster1.xml" Id="Rc35ba44215fc4d8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F-01 哨望总体架构</a:t>
            </a:r>
          </a:p>
          <a:p xmlns:a="http://schemas.openxmlformats.org/drawingml/2006/main">
            <a:r>
              <a:t>报告位置：概述（缩略版）+ 2.1</a:t>
            </a:r>
          </a:p>
          <a:p xmlns:a="http://schemas.openxmlformats.org/drawingml/2006/main">
            <a:r>
              <a:t>技术内容沿用 ShaoWang-技术报告.docx 与原图源，依据 design-dossier.md D3.1。设计参数不代表已测或已部署。</a:t>
            </a:r>
          </a:p>
          <a:p xmlns:a="http://schemas.openxmlformats.org/drawingml/2006/main">
            <a:r>
              <a:t>配色与构图参考：CACR2025757WAK 报告图3.1的语义分区；PrivLLM 报告图1.2、图2.1的层叠和蓝绿黄配色；003立体图示模板第25、45、60页。重绘为原生可编辑形状、文本和连接线。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F-02 监测—富化—问答闭环</a:t>
            </a:r>
          </a:p>
          <a:p xmlns:a="http://schemas.openxmlformats.org/drawingml/2006/main">
            <a:r>
              <a:t>报告位置：1.3</a:t>
            </a:r>
          </a:p>
          <a:p xmlns:a="http://schemas.openxmlformats.org/drawingml/2006/main">
            <a:r>
              <a:t>技术内容沿用 ShaoWang-技术报告.docx 与原图源，依据 design-dossier.md D1.1、D3.2。设计参数不代表已测或已部署。</a:t>
            </a:r>
          </a:p>
          <a:p xmlns:a="http://schemas.openxmlformats.org/drawingml/2006/main">
            <a:r>
              <a:t>配色与构图参考：CACR2025757WAK 报告图3.1的语义分区；PrivLLM 报告图1.2、图2.1的层叠和蓝绿黄配色；003立体图示模板第25、45、60页。重绘为原生可编辑形状、文本和连接线。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F-03 端到端数据流与阶段时间戳</a:t>
            </a:r>
          </a:p>
          <a:p xmlns:a="http://schemas.openxmlformats.org/drawingml/2006/main">
            <a:r>
              <a:t>报告位置：2.2.1</a:t>
            </a:r>
          </a:p>
          <a:p xmlns:a="http://schemas.openxmlformats.org/drawingml/2006/main">
            <a:r>
              <a:t>技术内容沿用 ShaoWang-技术报告.docx 与原图源，依据 design-dossier.md D3.2、D2.8。设计参数不代表已测或已部署。</a:t>
            </a:r>
          </a:p>
          <a:p xmlns:a="http://schemas.openxmlformats.org/drawingml/2006/main">
            <a:r>
              <a:t>配色与构图参考：CACR2025757WAK 报告图3.1的语义分区；PrivLLM 报告图1.2、图2.1的层叠和蓝绿黄配色；003立体图示模板第25、45、60页。重绘为原生可编辑形状、文本和连接线。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F-04 一条新公告从发布到可问答的时序</a:t>
            </a:r>
          </a:p>
          <a:p xmlns:a="http://schemas.openxmlformats.org/drawingml/2006/main">
            <a:r>
              <a:t>报告位置：2.2.2</a:t>
            </a:r>
          </a:p>
          <a:p xmlns:a="http://schemas.openxmlformats.org/drawingml/2006/main">
            <a:r>
              <a:t>技术内容沿用 ShaoWang-技术报告.docx 与原图源，依据 design-dossier.md D3.2、D5.3。设计参数不代表已测或已部署。</a:t>
            </a:r>
          </a:p>
          <a:p xmlns:a="http://schemas.openxmlformats.org/drawingml/2006/main">
            <a:r>
              <a:t>配色与构图参考：CACR2025757WAK 报告图3.1的语义分区；PrivLLM 报告图1.2、图2.1的层叠和蓝绿黄配色；003立体图示模板第25、45、60页。重绘为原生可编辑形状、文本和连接线。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F-05 查询请求的处理路径</a:t>
            </a:r>
          </a:p>
          <a:p xmlns:a="http://schemas.openxmlformats.org/drawingml/2006/main">
            <a:r>
              <a:t>报告位置：2.2.3</a:t>
            </a:r>
          </a:p>
          <a:p xmlns:a="http://schemas.openxmlformats.org/drawingml/2006/main">
            <a:r>
              <a:t>技术内容沿用 ShaoWang-技术报告.docx 与原图源，依据 design-dossier.md D3.3、D3.4。设计参数不代表已测或已部署。</a:t>
            </a:r>
          </a:p>
          <a:p xmlns:a="http://schemas.openxmlformats.org/drawingml/2006/main">
            <a:r>
              <a:t>配色与构图参考：CACR2025757WAK 报告图3.1的语义分区；PrivLLM 报告图1.2、图2.1的层叠和蓝绿黄配色；003立体图示模板第25、45、60页。重绘为原生可编辑形状、文本和连接线。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F-06 九个智能体的协作关系</a:t>
            </a:r>
          </a:p>
          <a:p xmlns:a="http://schemas.openxmlformats.org/drawingml/2006/main">
            <a:r>
              <a:t>报告位置：2.3.1</a:t>
            </a:r>
          </a:p>
          <a:p xmlns:a="http://schemas.openxmlformats.org/drawingml/2006/main">
            <a:r>
              <a:t>技术内容沿用 ShaoWang-技术报告.docx 与原图源，依据 design-dossier.md D4.1、D4.2。设计参数不代表已测或已部署。</a:t>
            </a:r>
          </a:p>
          <a:p xmlns:a="http://schemas.openxmlformats.org/drawingml/2006/main">
            <a:r>
              <a:t>配色与构图参考：CACR2025757WAK 报告图3.1的语义分区；PrivLLM 报告图1.2、图2.1的层叠和蓝绿黄配色；003立体图示模板第25、45、60页。重绘为原生可编辑形状、文本和连接线。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F-07 任务状态机</a:t>
            </a:r>
          </a:p>
          <a:p xmlns:a="http://schemas.openxmlformats.org/drawingml/2006/main">
            <a:r>
              <a:t>报告位置：2.3.2</a:t>
            </a:r>
          </a:p>
          <a:p xmlns:a="http://schemas.openxmlformats.org/drawingml/2006/main">
            <a:r>
              <a:t>技术内容沿用 ShaoWang-技术报告.docx 与原图源，依据 design-dossier.md D4.3。设计参数不代表已测或已部署。</a:t>
            </a:r>
          </a:p>
          <a:p xmlns:a="http://schemas.openxmlformats.org/drawingml/2006/main">
            <a:r>
              <a:t>配色与构图参考：CACR2025757WAK 报告图3.1的语义分区；PrivLLM 报告图1.2、图2.1的层叠和蓝绿黄配色；003立体图示模板第25、45、60页。重绘为原生可编辑形状、文本和连接线。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F-08 Critic 校验闭环</a:t>
            </a:r>
          </a:p>
          <a:p xmlns:a="http://schemas.openxmlformats.org/drawingml/2006/main">
            <a:r>
              <a:t>报告位置：2.3.3</a:t>
            </a:r>
          </a:p>
          <a:p xmlns:a="http://schemas.openxmlformats.org/drawingml/2006/main">
            <a:r>
              <a:t>技术内容沿用 ShaoWang-技术报告.docx 与原图源，依据 design-dossier.md D4.4。设计参数不代表已测或已部署。</a:t>
            </a:r>
          </a:p>
          <a:p xmlns:a="http://schemas.openxmlformats.org/drawingml/2006/main">
            <a:r>
              <a:t>配色与构图参考：CACR2025757WAK 报告图3.1的语义分区；PrivLLM 报告图1.2、图2.1的层叠和蓝绿黄配色；003立体图示模板第25、45、60页。重绘为原生可编辑形状、文本和连接线。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F-09 九类数据源与三级可信度</a:t>
            </a:r>
          </a:p>
          <a:p xmlns:a="http://schemas.openxmlformats.org/drawingml/2006/main">
            <a:r>
              <a:t>报告位置：2.4.1</a:t>
            </a:r>
          </a:p>
          <a:p xmlns:a="http://schemas.openxmlformats.org/drawingml/2006/main">
            <a:r>
              <a:t>技术内容沿用 ShaoWang-技术报告.docx 与原图源，依据 design-dossier.md D5.1。设计参数不代表已测或已部署。</a:t>
            </a:r>
          </a:p>
          <a:p xmlns:a="http://schemas.openxmlformats.org/drawingml/2006/main">
            <a:r>
              <a:t>配色与构图参考：CACR2025757WAK 报告图3.1的语义分区；PrivLLM 报告图1.2、图2.1的层叠和蓝绿黄配色；003立体图示模板第25、45、60页。重绘为原生可编辑形状、文本和连接线。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F-10 各来源采集节奏与目标时延</a:t>
            </a:r>
          </a:p>
          <a:p xmlns:a="http://schemas.openxmlformats.org/drawingml/2006/main">
            <a:r>
              <a:t>报告位置：2.4.2</a:t>
            </a:r>
          </a:p>
          <a:p xmlns:a="http://schemas.openxmlformats.org/drawingml/2006/main">
            <a:r>
              <a:t>技术内容沿用 ShaoWang-技术报告.docx 与原图源，依据 design-dossier.md D5.2。设计参数不代表已测或已部署。</a:t>
            </a:r>
          </a:p>
          <a:p xmlns:a="http://schemas.openxmlformats.org/drawingml/2006/main">
            <a:r>
              <a:t>配色与构图参考：CACR2025757WAK 报告图3.1的语义分区；PrivLLM 报告图1.2、图2.1的层叠和蓝绿黄配色；003立体图示模板第25、45、60页。重绘为原生可编辑形状、文本和连接线。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F-11 去重与合并的三层处理</a:t>
            </a:r>
          </a:p>
          <a:p xmlns:a="http://schemas.openxmlformats.org/drawingml/2006/main">
            <a:r>
              <a:t>报告位置：2.4.3</a:t>
            </a:r>
          </a:p>
          <a:p xmlns:a="http://schemas.openxmlformats.org/drawingml/2006/main">
            <a:r>
              <a:t>技术内容沿用 ShaoWang-技术报告.docx 与原图源，依据 design-dossier.md D5.4。设计参数不代表已测或已部署。</a:t>
            </a:r>
          </a:p>
          <a:p xmlns:a="http://schemas.openxmlformats.org/drawingml/2006/main">
            <a:r>
              <a:t>配色与构图参考：CACR2025757WAK 报告图3.1的语义分区；PrivLLM 报告图1.2、图2.1的层叠和蓝绿黄配色；003立体图示模板第25、45、60页。重绘为原生可编辑形状、文本和连接线。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F-12 九维富化画像</a:t>
            </a:r>
          </a:p>
          <a:p xmlns:a="http://schemas.openxmlformats.org/drawingml/2006/main">
            <a:r>
              <a:t>报告位置：2.5.1</a:t>
            </a:r>
          </a:p>
          <a:p xmlns:a="http://schemas.openxmlformats.org/drawingml/2006/main">
            <a:r>
              <a:t>技术内容沿用 ShaoWang-技术报告.docx 与原图源，依据 design-dossier.md D6.1。设计参数不代表已测或已部署。</a:t>
            </a:r>
          </a:p>
          <a:p xmlns:a="http://schemas.openxmlformats.org/drawingml/2006/main">
            <a:r>
              <a:t>配色与构图参考：CACR2025757WAK 报告图3.1的语义分区；PrivLLM 报告图1.2、图2.1的层叠和蓝绿黄配色；003立体图示模板第25、45、60页。重绘为原生可编辑形状、文本和连接线。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F-13 暴露面计数的语法校准</a:t>
            </a:r>
          </a:p>
          <a:p xmlns:a="http://schemas.openxmlformats.org/drawingml/2006/main">
            <a:r>
              <a:t>报告位置：2.5.1 或 4.6.2</a:t>
            </a:r>
          </a:p>
          <a:p xmlns:a="http://schemas.openxmlformats.org/drawingml/2006/main">
            <a:r>
              <a:t>技术内容沿用 ShaoWang-技术报告.docx 与原图源，依据 design-dossier.md D18.2。设计参数不代表已测或已部署。</a:t>
            </a:r>
          </a:p>
          <a:p xmlns:a="http://schemas.openxmlformats.org/drawingml/2006/main">
            <a:r>
              <a:t>配色与构图参考：CACR2025757WAK 报告图3.1的语义分区；PrivLLM 报告图1.2、图2.1的层叠和蓝绿黄配色；003立体图示模板第25、45、60页。重绘为原生可编辑形状、文本和连接线。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F-14 六类自动关联</a:t>
            </a:r>
          </a:p>
          <a:p xmlns:a="http://schemas.openxmlformats.org/drawingml/2006/main">
            <a:r>
              <a:t>报告位置：2.5.2</a:t>
            </a:r>
          </a:p>
          <a:p xmlns:a="http://schemas.openxmlformats.org/drawingml/2006/main">
            <a:r>
              <a:t>技术内容沿用 ShaoWang-技术报告.docx 与原图源，依据 design-dossier.md D6.3。设计参数不代表已测或已部署。</a:t>
            </a:r>
          </a:p>
          <a:p xmlns:a="http://schemas.openxmlformats.org/drawingml/2006/main">
            <a:r>
              <a:t>配色与构图参考：CACR2025757WAK 报告图3.1的语义分区；PrivLLM 报告图1.2、图2.1的层叠和蓝绿黄配色；003立体图示模板第25、45、60页。重绘为原生可编辑形状、文本和连接线。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F-15 多源冲突的逐字段裁决</a:t>
            </a:r>
          </a:p>
          <a:p xmlns:a="http://schemas.openxmlformats.org/drawingml/2006/main">
            <a:r>
              <a:t>报告位置：2.5.3</a:t>
            </a:r>
          </a:p>
          <a:p xmlns:a="http://schemas.openxmlformats.org/drawingml/2006/main">
            <a:r>
              <a:t>技术内容沿用 ShaoWang-技术报告.docx 与原图源，依据 design-dossier.md D6.4。设计参数不代表已测或已部署。</a:t>
            </a:r>
          </a:p>
          <a:p xmlns:a="http://schemas.openxmlformats.org/drawingml/2006/main">
            <a:r>
              <a:t>配色与构图参考：CACR2025757WAK 报告图3.1的语义分区；PrivLLM 报告图1.2、图2.1的层叠和蓝绿黄配色；003立体图示模板第25、45、60页。重绘为原生可编辑形状、文本和连接线。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F-16 版本自查流程</a:t>
            </a:r>
          </a:p>
          <a:p xmlns:a="http://schemas.openxmlformats.org/drawingml/2006/main">
            <a:r>
              <a:t>报告位置：2.5.4</a:t>
            </a:r>
          </a:p>
          <a:p xmlns:a="http://schemas.openxmlformats.org/drawingml/2006/main">
            <a:r>
              <a:t>技术内容沿用 ShaoWang-技术报告.docx 与原图源，依据 design-dossier.md D6.5。设计参数不代表已测或已部署。</a:t>
            </a:r>
          </a:p>
          <a:p xmlns:a="http://schemas.openxmlformats.org/drawingml/2006/main">
            <a:r>
              <a:t>配色与构图参考：CACR2025757WAK 报告图3.1的语义分区；PrivLLM 报告图1.2、图2.1的层叠和蓝绿黄配色；003立体图示模板第25、45、60页。重绘为原生可编辑形状、文本和连接线。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F-17 三路混合检索与 GraphRAG 问答流程</a:t>
            </a:r>
          </a:p>
          <a:p xmlns:a="http://schemas.openxmlformats.org/drawingml/2006/main">
            <a:r>
              <a:t>报告位置：2.6.1</a:t>
            </a:r>
          </a:p>
          <a:p xmlns:a="http://schemas.openxmlformats.org/drawingml/2006/main">
            <a:r>
              <a:t>技术内容沿用 ShaoWang-技术报告.docx 与原图源，依据 design-dossier.md D7.1–D7.3。设计参数不代表已测或已部署。</a:t>
            </a:r>
          </a:p>
          <a:p xmlns:a="http://schemas.openxmlformats.org/drawingml/2006/main">
            <a:r>
              <a:t>配色与构图参考：CACR2025757WAK 报告图3.1的语义分区；PrivLLM 报告图1.2、图2.1的层叠和蓝绿黄配色；003立体图示模板第25、45、60页。重绘为原生可编辑形状、文本和连接线。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F-18 多跳问答的推理链示例</a:t>
            </a:r>
          </a:p>
          <a:p xmlns:a="http://schemas.openxmlformats.org/drawingml/2006/main">
            <a:r>
              <a:t>报告位置：2.6.2</a:t>
            </a:r>
          </a:p>
          <a:p xmlns:a="http://schemas.openxmlformats.org/drawingml/2006/main">
            <a:r>
              <a:t>技术内容沿用 ShaoWang-技术报告.docx 与原图源，依据 design-dossier.md D7.2。设计参数不代表已测或已部署。</a:t>
            </a:r>
          </a:p>
          <a:p xmlns:a="http://schemas.openxmlformats.org/drawingml/2006/main">
            <a:r>
              <a:t>配色与构图参考：CACR2025757WAK 报告图3.1的语义分区；PrivLLM 报告图1.2、图2.1的层叠和蓝绿黄配色；003立体图示模板第25、45、60页。重绘为原生可编辑形状、文本和连接线。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F-19 MCP 与插件生态全景</a:t>
            </a:r>
          </a:p>
          <a:p xmlns:a="http://schemas.openxmlformats.org/drawingml/2006/main">
            <a:r>
              <a:t>报告位置：2.7.1 / 2.7.3</a:t>
            </a:r>
          </a:p>
          <a:p xmlns:a="http://schemas.openxmlformats.org/drawingml/2006/main">
            <a:r>
              <a:t>技术内容沿用 ShaoWang-技术报告.docx 与原图源，依据 design-dossier.md D8、D9.3。设计参数不代表已测或已部署。</a:t>
            </a:r>
          </a:p>
          <a:p xmlns:a="http://schemas.openxmlformats.org/drawingml/2006/main">
            <a:r>
              <a:t>配色与构图参考：CACR2025757WAK 报告图3.1的语义分区；PrivLLM 报告图1.2、图2.1的层叠和蓝绿黄配色；003立体图示模板第25、45、60页。重绘为原生可编辑形状、文本和连接线。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F-20 插件生命周期</a:t>
            </a:r>
          </a:p>
          <a:p xmlns:a="http://schemas.openxmlformats.org/drawingml/2006/main">
            <a:r>
              <a:t>报告位置：2.7.3</a:t>
            </a:r>
          </a:p>
          <a:p xmlns:a="http://schemas.openxmlformats.org/drawingml/2006/main">
            <a:r>
              <a:t>技术内容沿用 ShaoWang-技术报告.docx 与原图源，依据 design-dossier.md D9.6。设计参数不代表已测或已部署。</a:t>
            </a:r>
          </a:p>
          <a:p xmlns:a="http://schemas.openxmlformats.org/drawingml/2006/main">
            <a:r>
              <a:t>配色与构图参考：CACR2025757WAK 报告图3.1的语义分区；PrivLLM 报告图1.2、图2.1的层叠和蓝绿黄配色；003立体图示模板第25、45、60页。重绘为原生可编辑形状、文本和连接线。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F-21 公开 Schema 与 OSV / STIX 2.1 / CSAF 2.0 的对应</a:t>
            </a:r>
          </a:p>
          <a:p xmlns:a="http://schemas.openxmlformats.org/drawingml/2006/main">
            <a:r>
              <a:t>报告位置：2.7.3</a:t>
            </a:r>
          </a:p>
          <a:p xmlns:a="http://schemas.openxmlformats.org/drawingml/2006/main">
            <a:r>
              <a:t>技术内容沿用 ShaoWang-技术报告.docx 与原图源，依据 design-dossier.md D9.1、D9.2。设计参数不代表已测或已部署。</a:t>
            </a:r>
          </a:p>
          <a:p xmlns:a="http://schemas.openxmlformats.org/drawingml/2006/main">
            <a:r>
              <a:t>配色与构图参考：CACR2025757WAK 报告图3.1的语义分区；PrivLLM 报告图1.2、图2.1的层叠和蓝绿黄配色；003立体图示模板第25、45、60页。重绘为原生可编辑形状、文本和连接线。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F-22 技术栈分层</a:t>
            </a:r>
          </a:p>
          <a:p xmlns:a="http://schemas.openxmlformats.org/drawingml/2006/main">
            <a:r>
              <a:t>报告位置：2.8</a:t>
            </a:r>
          </a:p>
          <a:p xmlns:a="http://schemas.openxmlformats.org/drawingml/2006/main">
            <a:r>
              <a:t>技术内容沿用 ShaoWang-技术报告.docx 与原图源，依据 design-dossier.md D10。设计参数不代表已测或已部署。</a:t>
            </a:r>
          </a:p>
          <a:p xmlns:a="http://schemas.openxmlformats.org/drawingml/2006/main">
            <a:r>
              <a:t>配色与构图参考：CACR2025757WAK 报告图3.1的语义分区；PrivLLM 报告图1.2、图2.1的层叠和蓝绿黄配色；003立体图示模板第25、45、60页。重绘为原生可编辑形状、文本和连接线。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F-23 docker compose 单机部署结构</a:t>
            </a:r>
          </a:p>
          <a:p xmlns:a="http://schemas.openxmlformats.org/drawingml/2006/main">
            <a:r>
              <a:t>报告位置：3.1.1</a:t>
            </a:r>
          </a:p>
          <a:p xmlns:a="http://schemas.openxmlformats.org/drawingml/2006/main">
            <a:r>
              <a:t>技术内容沿用 ShaoWang-技术报告.docx 与原图源，依据 design-dossier.md D3.5。设计参数不代表已测或已部署。</a:t>
            </a:r>
          </a:p>
          <a:p xmlns:a="http://schemas.openxmlformats.org/drawingml/2006/main">
            <a:r>
              <a:t>配色与构图参考：CACR2025757WAK 报告图3.1的语义分区；PrivLLM 报告图1.2、图2.1的层叠和蓝绿黄配色；003立体图示模板第25、45、60页。重绘为原生可编辑形状、文本和连接线。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F-24 知识图谱数据模型</a:t>
            </a:r>
          </a:p>
          <a:p xmlns:a="http://schemas.openxmlformats.org/drawingml/2006/main">
            <a:r>
              <a:t>报告位置：3.1.2</a:t>
            </a:r>
          </a:p>
          <a:p xmlns:a="http://schemas.openxmlformats.org/drawingml/2006/main">
            <a:r>
              <a:t>技术内容沿用 ShaoWang-技术报告.docx 与原图源，依据 design-dossier.md D11.2、D2.7。设计参数不代表已测或已部署。</a:t>
            </a:r>
          </a:p>
          <a:p xmlns:a="http://schemas.openxmlformats.org/drawingml/2006/main">
            <a:r>
              <a:t>配色与构图参考：CACR2025757WAK 报告图3.1的语义分区；PrivLLM 报告图1.2、图2.1的层叠和蓝绿黄配色；003立体图示模板第25、45、60页。重绘为原生可编辑形状、文本和连接线。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F-25 失败重试、死信重放与熔断降级</a:t>
            </a:r>
          </a:p>
          <a:p xmlns:a="http://schemas.openxmlformats.org/drawingml/2006/main">
            <a:r>
              <a:t>报告位置：3.1.3</a:t>
            </a:r>
          </a:p>
          <a:p xmlns:a="http://schemas.openxmlformats.org/drawingml/2006/main">
            <a:r>
              <a:t>技术内容沿用 ShaoWang-技术报告.docx 与原图源，依据 design-dossier.md D12.1、D12.2。设计参数不代表已测或已部署。</a:t>
            </a:r>
          </a:p>
          <a:p xmlns:a="http://schemas.openxmlformats.org/drawingml/2006/main">
            <a:r>
              <a:t>配色与构图参考：CACR2025757WAK 报告图3.1的语义分区；PrivLLM 报告图1.2、图2.1的层叠和蓝绿黄配色；003立体图示模板第25、45、60页。重绘为原生可编辑形状、文本和连接线。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F-26 对外合规边界</a:t>
            </a:r>
          </a:p>
          <a:p xmlns:a="http://schemas.openxmlformats.org/drawingml/2006/main">
            <a:r>
              <a:t>报告位置：3.1.5</a:t>
            </a:r>
          </a:p>
          <a:p xmlns:a="http://schemas.openxmlformats.org/drawingml/2006/main">
            <a:r>
              <a:t>技术内容沿用 ShaoWang-技术报告.docx 与原图源，依据 design-dossier.md D13。设计参数不代表已测或已部署。</a:t>
            </a:r>
          </a:p>
          <a:p xmlns:a="http://schemas.openxmlformats.org/drawingml/2006/main">
            <a:r>
              <a:t>配色与构图参考：CACR2025757WAK 报告图3.1的语义分区；PrivLLM 报告图1.2、图2.1的层叠和蓝绿黄配色；003立体图示模板第25、45、60页。重绘为原生可编辑形状、文本和连接线。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F-27 时效统计的时间戳定义</a:t>
            </a:r>
          </a:p>
          <a:p xmlns:a="http://schemas.openxmlformats.org/drawingml/2006/main">
            <a:r>
              <a:t>报告位置：4.2.1</a:t>
            </a:r>
          </a:p>
          <a:p xmlns:a="http://schemas.openxmlformats.org/drawingml/2006/main">
            <a:r>
              <a:t>技术内容沿用 ShaoWang-技术报告.docx 与原图源，依据 design-dossier.md D2.8、D16.3。设计参数不代表已测或已部署。</a:t>
            </a:r>
          </a:p>
          <a:p xmlns:a="http://schemas.openxmlformats.org/drawingml/2006/main">
            <a:r>
              <a:t>配色与构图参考：CACR2025757WAK 报告图3.1的语义分区；PrivLLM 报告图1.2、图2.1的层叠和蓝绿黄配色；003立体图示模板第25、45、60页。重绘为原生可编辑形状、文本和连接线。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F-29 七项创新点总览</a:t>
            </a:r>
          </a:p>
          <a:p xmlns:a="http://schemas.openxmlformats.org/drawingml/2006/main">
            <a:r>
              <a:t>报告位置：第五章开头</a:t>
            </a:r>
          </a:p>
          <a:p xmlns:a="http://schemas.openxmlformats.org/drawingml/2006/main">
            <a:r>
              <a:t>技术内容沿用 ShaoWang-技术报告.docx 与原图源，依据 design-dossier.md D17。设计参数不代表已测或已部署。</a:t>
            </a:r>
          </a:p>
          <a:p xmlns:a="http://schemas.openxmlformats.org/drawingml/2006/main">
            <a:r>
              <a:t>配色与构图参考：CACR2025757WAK 报告图3.1的语义分区；PrivLLM 报告图1.2、图2.1的层叠和蓝绿黄配色；003立体图示模板第25、45、60页。重绘为原生可编辑形状、文本和连接线。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F-30 评测体系总览</a:t>
            </a:r>
          </a:p>
          <a:p xmlns:a="http://schemas.openxmlformats.org/drawingml/2006/main">
            <a:r>
              <a:t>报告位置：4.1</a:t>
            </a:r>
          </a:p>
          <a:p xmlns:a="http://schemas.openxmlformats.org/drawingml/2006/main">
            <a:r>
              <a:t>技术内容沿用 ShaoWang-技术报告.docx 与原图源，依据 design-dossier.md D16。设计参数不代表已测或已部署。</a:t>
            </a:r>
          </a:p>
          <a:p xmlns:a="http://schemas.openxmlformats.org/drawingml/2006/main">
            <a:r>
              <a:t>配色与构图参考：CACR2025757WAK 报告图3.1的语义分区；PrivLLM 报告图1.2、图2.1的层叠和蓝绿黄配色；003立体图示模板第25、45、60页。重绘为原生可编辑形状、文本和连接线。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910b2e8dd324c42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6bacdccf19f45d0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f1b098a82814821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346c5d3fec94c0e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e672ce51b6a48f8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b7e98fe85934ce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C603FFE-B4BB-4033-AB81-EB4B4413A9D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143000" y="3022600"/>
            <a:ext cx="9144000" cy="1155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5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24D69208-18B2-4AD5-8106-2613F4DE5A54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714500" y="4400550"/>
            <a:ext cx="8001000" cy="88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196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1FB034BC-EC4A-4318-AEAA-F852AD9E122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143000" y="3333750"/>
            <a:ext cx="91440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393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FF867E5-B36A-4331-8317-39C64B8DA51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42938" y="622300"/>
            <a:ext cx="10144125" cy="977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09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E65E74C4-C382-4D97-997B-DE3AB5B34C5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42938" y="2222500"/>
            <a:ext cx="10144125" cy="4978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14313" indent="-214312">
              <a:lnSpc>
                <a:spcPct val="110000"/>
              </a:lnSpc>
              <a:spcBef>
                <a:spcPts val="0"/>
              </a:spcBef>
              <a:spcAft>
                <a:spcPts val="1125"/>
              </a:spcAft>
              <a:buChar char="•"/>
            </a:lvl1pPr>
            <a:lvl2pPr marL="500063" indent="-214312">
              <a:lnSpc>
                <a:spcPct val="110000"/>
              </a:lnSpc>
              <a:spcBef>
                <a:spcPts val="0"/>
              </a:spcBef>
              <a:spcAft>
                <a:spcPts val="1125"/>
              </a:spcAft>
              <a:buChar char="•"/>
            </a:lvl2pPr>
            <a:lvl3pPr marL="785813" indent="-214312">
              <a:lnSpc>
                <a:spcPct val="110000"/>
              </a:lnSpc>
              <a:spcBef>
                <a:spcPts val="0"/>
              </a:spcBef>
              <a:spcAft>
                <a:spcPts val="1125"/>
              </a:spcAft>
              <a:buChar char="•"/>
            </a:lvl3pPr>
            <a:lvl4pPr marL="1071563" indent="-214312">
              <a:lnSpc>
                <a:spcPct val="110000"/>
              </a:lnSpc>
              <a:spcBef>
                <a:spcPts val="0"/>
              </a:spcBef>
              <a:spcAft>
                <a:spcPts val="1125"/>
              </a:spcAft>
              <a:buChar char="•"/>
            </a:lvl4pPr>
            <a:lvl5pPr marL="1357313" indent="-214312">
              <a:lnSpc>
                <a:spcPct val="110000"/>
              </a:lnSpc>
              <a:spcBef>
                <a:spcPts val="0"/>
              </a:spcBef>
              <a:spcAft>
                <a:spcPts val="1125"/>
              </a:spcAft>
              <a:buChar char="•"/>
            </a:lvl5pPr>
            <a:lvl6pPr marL="1643063" indent="-214312">
              <a:lnSpc>
                <a:spcPct val="110000"/>
              </a:lnSpc>
              <a:spcBef>
                <a:spcPts val="0"/>
              </a:spcBef>
              <a:spcAft>
                <a:spcPts val="1125"/>
              </a:spcAft>
              <a:buChar char="•"/>
            </a:lvl6pPr>
            <a:lvl7pPr marL="1928813" indent="-214312">
              <a:lnSpc>
                <a:spcPct val="110000"/>
              </a:lnSpc>
              <a:spcBef>
                <a:spcPts val="0"/>
              </a:spcBef>
              <a:spcAft>
                <a:spcPts val="1125"/>
              </a:spcAft>
              <a:buChar char="•"/>
            </a:lvl7pPr>
            <a:lvl8pPr marL="2214563" indent="-214312">
              <a:lnSpc>
                <a:spcPct val="110000"/>
              </a:lnSpc>
              <a:spcBef>
                <a:spcPts val="0"/>
              </a:spcBef>
              <a:spcAft>
                <a:spcPts val="1125"/>
              </a:spcAft>
              <a:buChar char="•"/>
            </a:lvl8pPr>
            <a:lvl9pPr marL="2500313" indent="-214312">
              <a:lnSpc>
                <a:spcPct val="110000"/>
              </a:lnSpc>
              <a:spcBef>
                <a:spcPts val="0"/>
              </a:spcBef>
              <a:spcAft>
                <a:spcPts val="1125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F7669121-4FD5-466E-9838-F1BBD110810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42938" y="622300"/>
            <a:ext cx="10144125" cy="977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09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EB1B698D-EFBD-472D-AE97-D4326B75B20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42938" y="2222500"/>
            <a:ext cx="4714875" cy="4978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96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14313" indent="-214312">
              <a:lnSpc>
                <a:spcPct val="110000"/>
              </a:lnSpc>
              <a:spcBef>
                <a:spcPts val="0"/>
              </a:spcBef>
              <a:spcAft>
                <a:spcPts val="1125"/>
              </a:spcAft>
              <a:buChar char="•"/>
            </a:lvl1pPr>
            <a:lvl2pPr marL="500063" indent="-214312">
              <a:lnSpc>
                <a:spcPct val="110000"/>
              </a:lnSpc>
              <a:spcBef>
                <a:spcPts val="0"/>
              </a:spcBef>
              <a:spcAft>
                <a:spcPts val="1125"/>
              </a:spcAft>
              <a:buChar char="•"/>
            </a:lvl2pPr>
            <a:lvl3pPr marL="785813" indent="-214312">
              <a:lnSpc>
                <a:spcPct val="110000"/>
              </a:lnSpc>
              <a:spcBef>
                <a:spcPts val="0"/>
              </a:spcBef>
              <a:spcAft>
                <a:spcPts val="1125"/>
              </a:spcAft>
              <a:buChar char="•"/>
            </a:lvl3pPr>
            <a:lvl4pPr marL="1071563" indent="-214312">
              <a:lnSpc>
                <a:spcPct val="110000"/>
              </a:lnSpc>
              <a:spcBef>
                <a:spcPts val="0"/>
              </a:spcBef>
              <a:spcAft>
                <a:spcPts val="1125"/>
              </a:spcAft>
              <a:buChar char="•"/>
            </a:lvl4pPr>
            <a:lvl5pPr marL="1357313" indent="-214312">
              <a:lnSpc>
                <a:spcPct val="110000"/>
              </a:lnSpc>
              <a:spcBef>
                <a:spcPts val="0"/>
              </a:spcBef>
              <a:spcAft>
                <a:spcPts val="1125"/>
              </a:spcAft>
              <a:buChar char="•"/>
            </a:lvl5pPr>
            <a:lvl6pPr marL="1643063" indent="-214312">
              <a:lnSpc>
                <a:spcPct val="110000"/>
              </a:lnSpc>
              <a:spcBef>
                <a:spcPts val="0"/>
              </a:spcBef>
              <a:spcAft>
                <a:spcPts val="1125"/>
              </a:spcAft>
              <a:buChar char="•"/>
            </a:lvl6pPr>
            <a:lvl7pPr marL="1928813" indent="-214312">
              <a:lnSpc>
                <a:spcPct val="110000"/>
              </a:lnSpc>
              <a:spcBef>
                <a:spcPts val="0"/>
              </a:spcBef>
              <a:spcAft>
                <a:spcPts val="1125"/>
              </a:spcAft>
              <a:buChar char="•"/>
            </a:lvl7pPr>
            <a:lvl8pPr marL="2214563" indent="-214312">
              <a:lnSpc>
                <a:spcPct val="110000"/>
              </a:lnSpc>
              <a:spcBef>
                <a:spcPts val="0"/>
              </a:spcBef>
              <a:spcAft>
                <a:spcPts val="1125"/>
              </a:spcAft>
              <a:buChar char="•"/>
            </a:lvl8pPr>
            <a:lvl9pPr marL="2500313" indent="-214312">
              <a:lnSpc>
                <a:spcPct val="110000"/>
              </a:lnSpc>
              <a:spcBef>
                <a:spcPts val="0"/>
              </a:spcBef>
              <a:spcAft>
                <a:spcPts val="1125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3CD75A00-87C6-4A99-9B67-DD6E09EBB658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072188" y="2222500"/>
            <a:ext cx="4714875" cy="4978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96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14313" indent="-214312">
              <a:lnSpc>
                <a:spcPct val="110000"/>
              </a:lnSpc>
              <a:spcBef>
                <a:spcPts val="0"/>
              </a:spcBef>
              <a:spcAft>
                <a:spcPts val="1125"/>
              </a:spcAft>
              <a:buChar char="•"/>
            </a:lvl1pPr>
            <a:lvl2pPr marL="500063" indent="-214312">
              <a:lnSpc>
                <a:spcPct val="110000"/>
              </a:lnSpc>
              <a:spcBef>
                <a:spcPts val="0"/>
              </a:spcBef>
              <a:spcAft>
                <a:spcPts val="1125"/>
              </a:spcAft>
              <a:buChar char="•"/>
            </a:lvl2pPr>
            <a:lvl3pPr marL="785813" indent="-214312">
              <a:lnSpc>
                <a:spcPct val="110000"/>
              </a:lnSpc>
              <a:spcBef>
                <a:spcPts val="0"/>
              </a:spcBef>
              <a:spcAft>
                <a:spcPts val="1125"/>
              </a:spcAft>
              <a:buChar char="•"/>
            </a:lvl3pPr>
            <a:lvl4pPr marL="1071563" indent="-214312">
              <a:lnSpc>
                <a:spcPct val="110000"/>
              </a:lnSpc>
              <a:spcBef>
                <a:spcPts val="0"/>
              </a:spcBef>
              <a:spcAft>
                <a:spcPts val="1125"/>
              </a:spcAft>
              <a:buChar char="•"/>
            </a:lvl4pPr>
            <a:lvl5pPr marL="1357313" indent="-214312">
              <a:lnSpc>
                <a:spcPct val="110000"/>
              </a:lnSpc>
              <a:spcBef>
                <a:spcPts val="0"/>
              </a:spcBef>
              <a:spcAft>
                <a:spcPts val="1125"/>
              </a:spcAft>
              <a:buChar char="•"/>
            </a:lvl5pPr>
            <a:lvl6pPr marL="1643063" indent="-214312">
              <a:lnSpc>
                <a:spcPct val="110000"/>
              </a:lnSpc>
              <a:spcBef>
                <a:spcPts val="0"/>
              </a:spcBef>
              <a:spcAft>
                <a:spcPts val="1125"/>
              </a:spcAft>
              <a:buChar char="•"/>
            </a:lvl6pPr>
            <a:lvl7pPr marL="1928813" indent="-214312">
              <a:lnSpc>
                <a:spcPct val="110000"/>
              </a:lnSpc>
              <a:spcBef>
                <a:spcPts val="0"/>
              </a:spcBef>
              <a:spcAft>
                <a:spcPts val="1125"/>
              </a:spcAft>
              <a:buChar char="•"/>
            </a:lvl7pPr>
            <a:lvl8pPr marL="2214563" indent="-214312">
              <a:lnSpc>
                <a:spcPct val="110000"/>
              </a:lnSpc>
              <a:spcBef>
                <a:spcPts val="0"/>
              </a:spcBef>
              <a:spcAft>
                <a:spcPts val="1125"/>
              </a:spcAft>
              <a:buChar char="•"/>
            </a:lvl8pPr>
            <a:lvl9pPr marL="2500313" indent="-214312">
              <a:lnSpc>
                <a:spcPct val="110000"/>
              </a:lnSpc>
              <a:spcBef>
                <a:spcPts val="0"/>
              </a:spcBef>
              <a:spcAft>
                <a:spcPts val="1125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DF5C4FE-E30A-4085-988C-798B612E86F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42938" y="622300"/>
            <a:ext cx="10144125" cy="977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09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F7EF177F-ACE7-451D-8164-C22E3A5B429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42938" y="2222500"/>
            <a:ext cx="4714875" cy="4978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14313" indent="-214312">
              <a:lnSpc>
                <a:spcPct val="110000"/>
              </a:lnSpc>
              <a:spcBef>
                <a:spcPts val="0"/>
              </a:spcBef>
              <a:spcAft>
                <a:spcPts val="1125"/>
              </a:spcAft>
              <a:buChar char="•"/>
            </a:lvl1pPr>
            <a:lvl2pPr marL="500063" indent="-214312">
              <a:lnSpc>
                <a:spcPct val="110000"/>
              </a:lnSpc>
              <a:spcBef>
                <a:spcPts val="0"/>
              </a:spcBef>
              <a:spcAft>
                <a:spcPts val="1125"/>
              </a:spcAft>
              <a:buChar char="•"/>
            </a:lvl2pPr>
            <a:lvl3pPr marL="785813" indent="-214312">
              <a:lnSpc>
                <a:spcPct val="110000"/>
              </a:lnSpc>
              <a:spcBef>
                <a:spcPts val="0"/>
              </a:spcBef>
              <a:spcAft>
                <a:spcPts val="1125"/>
              </a:spcAft>
              <a:buChar char="•"/>
            </a:lvl3pPr>
            <a:lvl4pPr marL="1071563" indent="-214312">
              <a:lnSpc>
                <a:spcPct val="110000"/>
              </a:lnSpc>
              <a:spcBef>
                <a:spcPts val="0"/>
              </a:spcBef>
              <a:spcAft>
                <a:spcPts val="1125"/>
              </a:spcAft>
              <a:buChar char="•"/>
            </a:lvl4pPr>
            <a:lvl5pPr marL="1357313" indent="-214312">
              <a:lnSpc>
                <a:spcPct val="110000"/>
              </a:lnSpc>
              <a:spcBef>
                <a:spcPts val="0"/>
              </a:spcBef>
              <a:spcAft>
                <a:spcPts val="1125"/>
              </a:spcAft>
              <a:buChar char="•"/>
            </a:lvl5pPr>
            <a:lvl6pPr marL="1643063" indent="-214312">
              <a:lnSpc>
                <a:spcPct val="110000"/>
              </a:lnSpc>
              <a:spcBef>
                <a:spcPts val="0"/>
              </a:spcBef>
              <a:spcAft>
                <a:spcPts val="1125"/>
              </a:spcAft>
              <a:buChar char="•"/>
            </a:lvl6pPr>
            <a:lvl7pPr marL="1928813" indent="-214312">
              <a:lnSpc>
                <a:spcPct val="110000"/>
              </a:lnSpc>
              <a:spcBef>
                <a:spcPts val="0"/>
              </a:spcBef>
              <a:spcAft>
                <a:spcPts val="1125"/>
              </a:spcAft>
              <a:buChar char="•"/>
            </a:lvl7pPr>
            <a:lvl8pPr marL="2214563" indent="-214312">
              <a:lnSpc>
                <a:spcPct val="110000"/>
              </a:lnSpc>
              <a:spcBef>
                <a:spcPts val="0"/>
              </a:spcBef>
              <a:spcAft>
                <a:spcPts val="1125"/>
              </a:spcAft>
              <a:buChar char="•"/>
            </a:lvl8pPr>
            <a:lvl9pPr marL="2500313" indent="-214312">
              <a:lnSpc>
                <a:spcPct val="110000"/>
              </a:lnSpc>
              <a:spcBef>
                <a:spcPts val="0"/>
              </a:spcBef>
              <a:spcAft>
                <a:spcPts val="1125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ada6b266f6446f0" /><Relationship Type="http://schemas.openxmlformats.org/officeDocument/2006/relationships/slideLayout" Target="/ppt/slideLayouts/slideLayout1.xml" Id="R367be7f7768a4fd0" /><Relationship Type="http://schemas.openxmlformats.org/officeDocument/2006/relationships/slideLayout" Target="/ppt/slideLayouts/slideLayout2.xml" Id="Rcf99b59eb5b0457f" /><Relationship Type="http://schemas.openxmlformats.org/officeDocument/2006/relationships/slideLayout" Target="/ppt/slideLayouts/slideLayout3.xml" Id="R312f9c1e2be04dd5" /><Relationship Type="http://schemas.openxmlformats.org/officeDocument/2006/relationships/slideLayout" Target="/ppt/slideLayouts/slideLayout4.xml" Id="R14a44b3972db4235" /><Relationship Type="http://schemas.openxmlformats.org/officeDocument/2006/relationships/slideLayout" Target="/ppt/slideLayouts/slideLayout5.xml" Id="Ra9ffe1f413f24e7d" /><Relationship Type="http://schemas.openxmlformats.org/officeDocument/2006/relationships/slideLayout" Target="/ppt/slideLayouts/slideLayout6.xml" Id="Rf2c4c7fe66724d7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67be7f7768a4fd0"/>
    <p:sldLayoutId xmlns:r="http://schemas.openxmlformats.org/officeDocument/2006/relationships" id="2147483650" r:id="Rcf99b59eb5b0457f"/>
    <p:sldLayoutId xmlns:r="http://schemas.openxmlformats.org/officeDocument/2006/relationships" id="2147483651" r:id="R312f9c1e2be04dd5"/>
    <p:sldLayoutId xmlns:r="http://schemas.openxmlformats.org/officeDocument/2006/relationships" id="2147483652" r:id="R14a44b3972db4235"/>
    <p:sldLayoutId xmlns:r="http://schemas.openxmlformats.org/officeDocument/2006/relationships" id="2147483653" r:id="Ra9ffe1f413f24e7d"/>
    <p:sldLayoutId xmlns:r="http://schemas.openxmlformats.org/officeDocument/2006/relationships" id="2147483654" r:id="Rf2c4c7fe66724d7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b2d79bfbcc845a0" /><Relationship Type="http://schemas.openxmlformats.org/officeDocument/2006/relationships/notesSlide" Target="/ppt/notesSlides/notesSlide1.xml" Id="R05c5b6f39f9a49e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3c5f39625f74012" /><Relationship Type="http://schemas.openxmlformats.org/officeDocument/2006/relationships/notesSlide" Target="/ppt/notesSlides/notesSlide2.xml" Id="Rf185a2800561485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a3cfa5d0ebf4a65" /><Relationship Type="http://schemas.openxmlformats.org/officeDocument/2006/relationships/notesSlide" Target="/ppt/notesSlides/notesSlide3.xml" Id="R959a48b3ef9b483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ee66f22463741ff" /><Relationship Type="http://schemas.openxmlformats.org/officeDocument/2006/relationships/notesSlide" Target="/ppt/notesSlides/notesSlide4.xml" Id="Rad60cc9b45ef472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c8cabcc0d174b40" /><Relationship Type="http://schemas.openxmlformats.org/officeDocument/2006/relationships/notesSlide" Target="/ppt/notesSlides/notesSlide5.xml" Id="R0d02595e3d09431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79fb84519f54a9e" /><Relationship Type="http://schemas.openxmlformats.org/officeDocument/2006/relationships/notesSlide" Target="/ppt/notesSlides/notesSlide6.xml" Id="R1fbdbcac248d4ee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5950d92401a4586" /><Relationship Type="http://schemas.openxmlformats.org/officeDocument/2006/relationships/notesSlide" Target="/ppt/notesSlides/notesSlide7.xml" Id="Rc6cd83692c9a4c2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c9a57ca89da4704" /><Relationship Type="http://schemas.openxmlformats.org/officeDocument/2006/relationships/notesSlide" Target="/ppt/notesSlides/notesSlide8.xml" Id="R03e2e6a1b4124dc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04b69f2d0a9488f" /><Relationship Type="http://schemas.openxmlformats.org/officeDocument/2006/relationships/notesSlide" Target="/ppt/notesSlides/notesSlide9.xml" Id="Rcbc37eaa9295478f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7d83b277ef9486d" /><Relationship Type="http://schemas.openxmlformats.org/officeDocument/2006/relationships/notesSlide" Target="/ppt/notesSlides/notesSlide10.xml" Id="R7e8bdf1815e540d0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cf723eb9c0c430f" /><Relationship Type="http://schemas.openxmlformats.org/officeDocument/2006/relationships/notesSlide" Target="/ppt/notesSlides/notesSlide11.xml" Id="Rd4f4e48e3ea8497b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0261f76c57b4d02" /><Relationship Type="http://schemas.openxmlformats.org/officeDocument/2006/relationships/notesSlide" Target="/ppt/notesSlides/notesSlide12.xml" Id="R2db9c9661eea40b3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07fde7bc23d4a7f" /><Relationship Type="http://schemas.openxmlformats.org/officeDocument/2006/relationships/notesSlide" Target="/ppt/notesSlides/notesSlide13.xml" Id="R8df8132a3e994e93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edf4118de4346c8" /><Relationship Type="http://schemas.openxmlformats.org/officeDocument/2006/relationships/notesSlide" Target="/ppt/notesSlides/notesSlide14.xml" Id="R744421283c7b4bff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a7430edfcf24c65" /><Relationship Type="http://schemas.openxmlformats.org/officeDocument/2006/relationships/notesSlide" Target="/ppt/notesSlides/notesSlide15.xml" Id="Rea7d1ced314144e3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18490a86f894487" /><Relationship Type="http://schemas.openxmlformats.org/officeDocument/2006/relationships/notesSlide" Target="/ppt/notesSlides/notesSlide16.xml" Id="Rbedeecc8deb14cab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01678f781594e80" /><Relationship Type="http://schemas.openxmlformats.org/officeDocument/2006/relationships/notesSlide" Target="/ppt/notesSlides/notesSlide17.xml" Id="R55b15f6e11b846a1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e38b0eb302c4c65" /><Relationship Type="http://schemas.openxmlformats.org/officeDocument/2006/relationships/notesSlide" Target="/ppt/notesSlides/notesSlide18.xml" Id="R243aab1fe0a8408b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1a2c47d9f9d4fa9" /><Relationship Type="http://schemas.openxmlformats.org/officeDocument/2006/relationships/notesSlide" Target="/ppt/notesSlides/notesSlide19.xml" Id="Rfc07577322854866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b3d276aa68643fc" /><Relationship Type="http://schemas.openxmlformats.org/officeDocument/2006/relationships/notesSlide" Target="/ppt/notesSlides/notesSlide20.xml" Id="R790586aea6014be7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54198eb51db48b3" /><Relationship Type="http://schemas.openxmlformats.org/officeDocument/2006/relationships/notesSlide" Target="/ppt/notesSlides/notesSlide21.xml" Id="R79f92bf57b384a69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434b9a2788c45ab" /><Relationship Type="http://schemas.openxmlformats.org/officeDocument/2006/relationships/notesSlide" Target="/ppt/notesSlides/notesSlide22.xml" Id="R7cbdf0b5a10d42b8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a168543e36548b2" /><Relationship Type="http://schemas.openxmlformats.org/officeDocument/2006/relationships/notesSlide" Target="/ppt/notesSlides/notesSlide23.xml" Id="R9f3cfbda36d7499d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fc4bdd743cc40dc" /><Relationship Type="http://schemas.openxmlformats.org/officeDocument/2006/relationships/notesSlide" Target="/ppt/notesSlides/notesSlide24.xml" Id="Rab8fcad9cb154e41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e92aada01724a4b" /><Relationship Type="http://schemas.openxmlformats.org/officeDocument/2006/relationships/notesSlide" Target="/ppt/notesSlides/notesSlide25.xml" Id="R0a8f1739574a4668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15c69b50b00429c" /><Relationship Type="http://schemas.openxmlformats.org/officeDocument/2006/relationships/notesSlide" Target="/ppt/notesSlides/notesSlide26.xml" Id="Red66d2b3699b4aa4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5e79618d3524323" /><Relationship Type="http://schemas.openxmlformats.org/officeDocument/2006/relationships/notesSlide" Target="/ppt/notesSlides/notesSlide27.xml" Id="Rd2563228407d4873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b375f05a2b24aae" /><Relationship Type="http://schemas.openxmlformats.org/officeDocument/2006/relationships/notesSlide" Target="/ppt/notesSlides/notesSlide28.xml" Id="Rd4437e861d6c4b32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f5ba05479884932" /><Relationship Type="http://schemas.openxmlformats.org/officeDocument/2006/relationships/notesSlide" Target="/ppt/notesSlides/notesSlide29.xml" Id="R861e9809f49b4b4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8D3711AE-5044-469F-8EEA-8ADDBDA1EA12}"/>
              </a:ext>
            </a:extLst>
          </p:cNvPr>
          <p:cNvCxnSpPr>
            <a:stCxn xmlns:a="http://schemas.openxmlformats.org/drawingml/2006/main" id="41" idx="3"/>
            <a:endCxn xmlns:a="http://schemas.openxmlformats.org/drawingml/2006/main" id="42" idx="1"/>
          </p:cNvCxnSpPr>
          <p:nvPr/>
        </p:nvCxnSpPr>
        <p:spPr>
          <a:xfrm xmlns:a="http://schemas.openxmlformats.org/drawingml/2006/main" flipH="1" flipV="1">
            <a:off x="295275" y="1648302"/>
            <a:ext cx="953" cy="50196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77DC3"/>
            </a:solidFill>
            <a:prstDash val="solid"/>
            <a:tailEnd type="triangle" w="sm" len="sm"/>
          </a:ln>
        </p:spPr>
      </p:cxnSp>
      <p:cxnSp>
        <p:nvCxn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9B6991B-0822-4DD6-B55E-74F2937AC913}"/>
              </a:ext>
            </a:extLst>
          </p:cNvPr>
          <p:cNvCxnSpPr>
            <a:stCxn xmlns:a="http://schemas.openxmlformats.org/drawingml/2006/main" id="38" idx="3"/>
            <a:endCxn xmlns:a="http://schemas.openxmlformats.org/drawingml/2006/main" id="39" idx="1"/>
          </p:cNvCxnSpPr>
          <p:nvPr/>
        </p:nvCxnSpPr>
        <p:spPr>
          <a:xfrm xmlns:a="http://schemas.openxmlformats.org/drawingml/2006/main" flipH="1">
            <a:off x="8772525" y="1457802"/>
            <a:ext cx="953" cy="52863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A6C4DB"/>
            </a:solidFill>
            <a:prstDash val="solid"/>
          </a:ln>
        </p:spPr>
      </p:cxnSp>
      <p:sp>
        <p:nvSpPr>
          <p:cNvPr id="45" name="F-01">
            <a:extLst xmlns:a="http://schemas.openxmlformats.org/drawingml/2006/main">
              <a:ext uri="{FF2B5EF4-FFF2-40B4-BE49-F238E27FC236}">
                <a16:creationId xmlns:a16="http://schemas.microsoft.com/office/drawing/2014/main" id="{450FA2F5-8184-4C91-A66B-CD30E901D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9075"/>
            <a:ext cx="95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l">
              <a:defRPr sz="1650" b="1">
                <a:solidFill>
                  <a:srgbClr val="277DC3"/>
                </a:solidFill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277DC3"/>
                </a:solidFill>
              </a:defRPr>
            </a:pPr>
            <a:r>
              <a:rPr sz="1650" b="1">
                <a:solidFill>
                  <a:srgbClr val="277DC3"/>
                </a:solidFill>
                <a:latin typeface="Microsoft YaHei"/>
                <a:ea typeface="Microsoft YaHei"/>
                <a:cs typeface="Microsoft YaHei"/>
              </a:rPr>
              <a:t>F-01</a:t>
            </a:r>
          </a:p>
        </p:txBody>
      </p:sp>
      <p:sp>
        <p:nvSpPr>
          <p:cNvPr id="2" name="哨望总体架构">
            <a:extLst xmlns:a="http://schemas.openxmlformats.org/drawingml/2006/main">
              <a:ext uri="{FF2B5EF4-FFF2-40B4-BE49-F238E27FC236}">
                <a16:creationId xmlns:a16="http://schemas.microsoft.com/office/drawing/2014/main" id="{B6FB0D38-23C5-43E9-9CE3-2FAA9F7DA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152400"/>
            <a:ext cx="9525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l">
              <a:defRPr sz="2400" b="1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233E54"/>
                </a:solidFill>
              </a:defRPr>
            </a:pPr>
            <a:r>
              <a:rPr sz="2400" b="1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哨望总体架构</a:t>
            </a:r>
          </a:p>
        </p:txBody>
      </p:sp>
      <p:sp>
        <p:nvSpPr>
          <p:cNvPr id="3" name="boundary">
            <a:extLst xmlns:a="http://schemas.openxmlformats.org/drawingml/2006/main">
              <a:ext uri="{FF2B5EF4-FFF2-40B4-BE49-F238E27FC236}">
                <a16:creationId xmlns:a16="http://schemas.microsoft.com/office/drawing/2014/main" id="{F3103D1F-5269-42EF-A6B4-8F0226AE8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28675"/>
            <a:ext cx="10515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C4D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layer surface">
            <a:extLst xmlns:a="http://schemas.openxmlformats.org/drawingml/2006/main">
              <a:ext uri="{FF2B5EF4-FFF2-40B4-BE49-F238E27FC236}">
                <a16:creationId xmlns:a16="http://schemas.microsoft.com/office/drawing/2014/main" id="{0AD836AD-F478-4AEF-B1C7-1E3F22A42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57300"/>
            <a:ext cx="7905750" cy="171450"/>
          </a:xfrm>
          <a:custGeom xmlns:a="http://schemas.openxmlformats.org/drawingml/2006/main">
            <a:pathLst>
              <a:path w="7905750" h="171450">
                <a:moveTo>
                  <a:pt x="0" y="0"/>
                </a:moveTo>
                <a:lnTo>
                  <a:pt x="7715250" y="0"/>
                </a:lnTo>
                <a:lnTo>
                  <a:pt x="7905750" y="171450"/>
                </a:lnTo>
                <a:lnTo>
                  <a:pt x="190500" y="171450"/>
                </a:lnTo>
                <a:close/>
              </a:path>
            </a:pathLst>
          </a:custGeom>
          <a:solidFill xmlns:a="http://schemas.openxmlformats.org/drawingml/2006/main">
            <a:srgbClr val="D6EAF9"/>
          </a:solidFill>
          <a:ln xmlns:a="http://schemas.openxmlformats.org/drawingml/2006/main" w="9525">
            <a:solidFill>
              <a:srgbClr val="A6C4DB"/>
            </a:solidFill>
          </a:ln>
        </p:spPr>
      </p:sp>
      <p:sp>
        <p:nvSpPr>
          <p:cNvPr id="5" name="boundary">
            <a:extLst xmlns:a="http://schemas.openxmlformats.org/drawingml/2006/main">
              <a:ext uri="{FF2B5EF4-FFF2-40B4-BE49-F238E27FC236}">
                <a16:creationId xmlns:a16="http://schemas.microsoft.com/office/drawing/2014/main" id="{E98662C2-8FDD-46C2-BEFA-79B78865B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28750"/>
            <a:ext cx="7715250" cy="657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EFFB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</p:sp>
      <p:sp>
        <p:nvSpPr>
          <p:cNvPr id="6" name="layer surface">
            <a:extLst xmlns:a="http://schemas.openxmlformats.org/drawingml/2006/main">
              <a:ext uri="{FF2B5EF4-FFF2-40B4-BE49-F238E27FC236}">
                <a16:creationId xmlns:a16="http://schemas.microsoft.com/office/drawing/2014/main" id="{5EA15FA4-E45C-4184-BEF5-8D67E3B6B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57300"/>
            <a:ext cx="190500" cy="828675"/>
          </a:xfrm>
          <a:custGeom xmlns:a="http://schemas.openxmlformats.org/drawingml/2006/main">
            <a:pathLst>
              <a:path w="190500" h="828675">
                <a:moveTo>
                  <a:pt x="0" y="0"/>
                </a:moveTo>
                <a:lnTo>
                  <a:pt x="190500" y="171450"/>
                </a:lnTo>
                <a:lnTo>
                  <a:pt x="190500" y="828675"/>
                </a:lnTo>
                <a:lnTo>
                  <a:pt x="0" y="657225"/>
                </a:lnTo>
                <a:close/>
              </a:path>
            </a:pathLst>
          </a:custGeom>
          <a:solidFill xmlns:a="http://schemas.openxmlformats.org/drawingml/2006/main">
            <a:srgbClr val="92C5EC"/>
          </a:solidFill>
          <a:ln xmlns:a="http://schemas.openxmlformats.org/drawingml/2006/main" w="9525">
            <a:solidFill>
              <a:srgbClr val="A6C4DB"/>
            </a:solidFill>
          </a:ln>
        </p:spPr>
      </p:sp>
      <p:sp>
        <p:nvSpPr>
          <p:cNvPr id="7" name="接入层">
            <a:extLst xmlns:a="http://schemas.openxmlformats.org/drawingml/2006/main">
              <a:ext uri="{FF2B5EF4-FFF2-40B4-BE49-F238E27FC236}">
                <a16:creationId xmlns:a16="http://schemas.microsoft.com/office/drawing/2014/main" id="{09BA0F55-6F58-4A26-A200-FBD213B1D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1543050"/>
            <a:ext cx="17526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l">
              <a:defRPr sz="1800" b="1">
                <a:solidFill>
                  <a:srgbClr val="245D8F"/>
                </a:solidFill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245D8F"/>
                </a:solidFill>
              </a:defRPr>
            </a:pPr>
            <a:r>
              <a:rPr sz="1800" b="1">
                <a:solidFill>
                  <a:srgbClr val="245D8F"/>
                </a:solidFill>
                <a:latin typeface="Microsoft YaHei"/>
                <a:ea typeface="Microsoft YaHei"/>
                <a:cs typeface="Microsoft YaHei"/>
              </a:rPr>
              <a:t>接入层</a:t>
            </a:r>
          </a:p>
        </p:txBody>
      </p:sp>
      <p:sp>
        <p:nvSpPr>
          <p:cNvPr id="8" name="Web / MCP 7 工具 / OpenAPI CLI / Agent Plugins">
            <a:extLst xmlns:a="http://schemas.openxmlformats.org/drawingml/2006/main">
              <a:ext uri="{FF2B5EF4-FFF2-40B4-BE49-F238E27FC236}">
                <a16:creationId xmlns:a16="http://schemas.microsoft.com/office/drawing/2014/main" id="{D18400E2-1EBF-474D-B52E-EEBC6F4F5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1466850"/>
            <a:ext cx="55626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l">
              <a:defRPr sz="1725" b="0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233E54"/>
                </a:solidFill>
              </a:defRPr>
            </a:pPr>
            <a:r>
              <a:rPr sz="1725" b="0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Web / MCP 7 工具 / OpenAPI</a:t>
            </a:r>
          </a:p>
          <a:p xmlns:a="http://schemas.openxmlformats.org/drawingml/2006/main">
            <a:pPr algn="l">
              <a:defRPr sz="1725" b="0">
                <a:solidFill>
                  <a:srgbClr val="233E54"/>
                </a:solidFill>
              </a:defRPr>
            </a:pPr>
            <a:r>
              <a:rPr sz="1725" b="0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CLI / Agent Plugins</a:t>
            </a:r>
          </a:p>
        </p:txBody>
      </p:sp>
      <p:sp>
        <p:nvSpPr>
          <p:cNvPr id="9" name="layer surface">
            <a:extLst xmlns:a="http://schemas.openxmlformats.org/drawingml/2006/main">
              <a:ext uri="{FF2B5EF4-FFF2-40B4-BE49-F238E27FC236}">
                <a16:creationId xmlns:a16="http://schemas.microsoft.com/office/drawing/2014/main" id="{E74A2325-AE12-425B-AEB0-E918D40B2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200275"/>
            <a:ext cx="7905750" cy="171450"/>
          </a:xfrm>
          <a:custGeom xmlns:a="http://schemas.openxmlformats.org/drawingml/2006/main">
            <a:pathLst>
              <a:path w="7905750" h="171450">
                <a:moveTo>
                  <a:pt x="0" y="0"/>
                </a:moveTo>
                <a:lnTo>
                  <a:pt x="7715250" y="0"/>
                </a:lnTo>
                <a:lnTo>
                  <a:pt x="7905750" y="171450"/>
                </a:lnTo>
                <a:lnTo>
                  <a:pt x="190500" y="171450"/>
                </a:lnTo>
                <a:close/>
              </a:path>
            </a:pathLst>
          </a:custGeom>
          <a:solidFill xmlns:a="http://schemas.openxmlformats.org/drawingml/2006/main">
            <a:srgbClr val="EAF4FC"/>
          </a:solidFill>
          <a:ln xmlns:a="http://schemas.openxmlformats.org/drawingml/2006/main" w="9525">
            <a:solidFill>
              <a:srgbClr val="A6C4DB"/>
            </a:solidFill>
          </a:ln>
        </p:spPr>
      </p:sp>
      <p:sp>
        <p:nvSpPr>
          <p:cNvPr id="10" name="boundary">
            <a:extLst xmlns:a="http://schemas.openxmlformats.org/drawingml/2006/main">
              <a:ext uri="{FF2B5EF4-FFF2-40B4-BE49-F238E27FC236}">
                <a16:creationId xmlns:a16="http://schemas.microsoft.com/office/drawing/2014/main" id="{6825DB7A-FC10-4F58-94C8-414882496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71725"/>
            <a:ext cx="7715250" cy="657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5FC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</p:sp>
      <p:sp>
        <p:nvSpPr>
          <p:cNvPr id="11" name="layer surface">
            <a:extLst xmlns:a="http://schemas.openxmlformats.org/drawingml/2006/main">
              <a:ext uri="{FF2B5EF4-FFF2-40B4-BE49-F238E27FC236}">
                <a16:creationId xmlns:a16="http://schemas.microsoft.com/office/drawing/2014/main" id="{EF3FDA00-A6B2-4CBC-B707-E9B9B8C05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200275"/>
            <a:ext cx="190500" cy="828675"/>
          </a:xfrm>
          <a:custGeom xmlns:a="http://schemas.openxmlformats.org/drawingml/2006/main">
            <a:pathLst>
              <a:path w="190500" h="828675">
                <a:moveTo>
                  <a:pt x="0" y="0"/>
                </a:moveTo>
                <a:lnTo>
                  <a:pt x="190500" y="171450"/>
                </a:lnTo>
                <a:lnTo>
                  <a:pt x="190500" y="828675"/>
                </a:lnTo>
                <a:lnTo>
                  <a:pt x="0" y="657225"/>
                </a:lnTo>
                <a:close/>
              </a:path>
            </a:pathLst>
          </a:custGeom>
          <a:solidFill xmlns:a="http://schemas.openxmlformats.org/drawingml/2006/main">
            <a:srgbClr val="92C5EC"/>
          </a:solidFill>
          <a:ln xmlns:a="http://schemas.openxmlformats.org/drawingml/2006/main" w="9525">
            <a:solidFill>
              <a:srgbClr val="A6C4DB"/>
            </a:solidFill>
          </a:ln>
        </p:spPr>
      </p:sp>
      <p:sp>
        <p:nvSpPr>
          <p:cNvPr id="12" name="服务层">
            <a:extLst xmlns:a="http://schemas.openxmlformats.org/drawingml/2006/main">
              <a:ext uri="{FF2B5EF4-FFF2-40B4-BE49-F238E27FC236}">
                <a16:creationId xmlns:a16="http://schemas.microsoft.com/office/drawing/2014/main" id="{59D12846-2C8D-4A2F-869D-43BC2822D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2486025"/>
            <a:ext cx="17526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l">
              <a:defRPr sz="1800" b="1">
                <a:solidFill>
                  <a:srgbClr val="245D8F"/>
                </a:solidFill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245D8F"/>
                </a:solidFill>
              </a:defRPr>
            </a:pPr>
            <a:r>
              <a:rPr sz="1800" b="1">
                <a:solidFill>
                  <a:srgbClr val="245D8F"/>
                </a:solidFill>
                <a:latin typeface="Microsoft YaHei"/>
                <a:ea typeface="Microsoft YaHei"/>
                <a:cs typeface="Microsoft YaHei"/>
              </a:rPr>
              <a:t>服务层</a:t>
            </a:r>
          </a:p>
        </p:txBody>
      </p:sp>
      <p:sp>
        <p:nvSpPr>
          <p:cNvPr id="13" name="intel-core    GraphRAG    鉴权与结果裁剪">
            <a:extLst xmlns:a="http://schemas.openxmlformats.org/drawingml/2006/main">
              <a:ext uri="{FF2B5EF4-FFF2-40B4-BE49-F238E27FC236}">
                <a16:creationId xmlns:a16="http://schemas.microsoft.com/office/drawing/2014/main" id="{7F2B072D-8184-4DF3-9525-A2B31734D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409825"/>
            <a:ext cx="55626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l">
              <a:defRPr sz="1725" b="0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233E54"/>
                </a:solidFill>
              </a:defRPr>
            </a:pPr>
            <a:r>
              <a:rPr sz="1725" b="0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intel-core    GraphRAG    鉴权与结果裁剪</a:t>
            </a:r>
          </a:p>
        </p:txBody>
      </p:sp>
      <p:sp>
        <p:nvSpPr>
          <p:cNvPr id="14" name="layer surface">
            <a:extLst xmlns:a="http://schemas.openxmlformats.org/drawingml/2006/main">
              <a:ext uri="{FF2B5EF4-FFF2-40B4-BE49-F238E27FC236}">
                <a16:creationId xmlns:a16="http://schemas.microsoft.com/office/drawing/2014/main" id="{62488AE0-C1CA-4F99-BCDE-CE0CD8C1C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143250"/>
            <a:ext cx="7905750" cy="171450"/>
          </a:xfrm>
          <a:custGeom xmlns:a="http://schemas.openxmlformats.org/drawingml/2006/main">
            <a:pathLst>
              <a:path w="7905750" h="171450">
                <a:moveTo>
                  <a:pt x="0" y="0"/>
                </a:moveTo>
                <a:lnTo>
                  <a:pt x="7715250" y="0"/>
                </a:lnTo>
                <a:lnTo>
                  <a:pt x="7905750" y="171450"/>
                </a:lnTo>
                <a:lnTo>
                  <a:pt x="190500" y="171450"/>
                </a:lnTo>
                <a:close/>
              </a:path>
            </a:pathLst>
          </a:custGeom>
          <a:solidFill xmlns:a="http://schemas.openxmlformats.org/drawingml/2006/main">
            <a:srgbClr val="D6EAF9"/>
          </a:solidFill>
          <a:ln xmlns:a="http://schemas.openxmlformats.org/drawingml/2006/main" w="9525">
            <a:solidFill>
              <a:srgbClr val="A6C4DB"/>
            </a:solidFill>
          </a:ln>
        </p:spPr>
      </p:sp>
      <p:sp>
        <p:nvSpPr>
          <p:cNvPr id="15" name="boundary">
            <a:extLst xmlns:a="http://schemas.openxmlformats.org/drawingml/2006/main">
              <a:ext uri="{FF2B5EF4-FFF2-40B4-BE49-F238E27FC236}">
                <a16:creationId xmlns:a16="http://schemas.microsoft.com/office/drawing/2014/main" id="{9C856EA7-C079-4F43-99BB-C5A0FA823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14700"/>
            <a:ext cx="7715250" cy="657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EFFB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</p:sp>
      <p:sp>
        <p:nvSpPr>
          <p:cNvPr id="16" name="layer surface">
            <a:extLst xmlns:a="http://schemas.openxmlformats.org/drawingml/2006/main">
              <a:ext uri="{FF2B5EF4-FFF2-40B4-BE49-F238E27FC236}">
                <a16:creationId xmlns:a16="http://schemas.microsoft.com/office/drawing/2014/main" id="{D7C844A4-88CC-4DC7-93B4-F0FC58199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143250"/>
            <a:ext cx="190500" cy="828675"/>
          </a:xfrm>
          <a:custGeom xmlns:a="http://schemas.openxmlformats.org/drawingml/2006/main">
            <a:pathLst>
              <a:path w="190500" h="828675">
                <a:moveTo>
                  <a:pt x="0" y="0"/>
                </a:moveTo>
                <a:lnTo>
                  <a:pt x="190500" y="171450"/>
                </a:lnTo>
                <a:lnTo>
                  <a:pt x="190500" y="828675"/>
                </a:lnTo>
                <a:lnTo>
                  <a:pt x="0" y="657225"/>
                </a:lnTo>
                <a:close/>
              </a:path>
            </a:pathLst>
          </a:custGeom>
          <a:solidFill xmlns:a="http://schemas.openxmlformats.org/drawingml/2006/main">
            <a:srgbClr val="92C5EC"/>
          </a:solidFill>
          <a:ln xmlns:a="http://schemas.openxmlformats.org/drawingml/2006/main" w="9525">
            <a:solidFill>
              <a:srgbClr val="A6C4DB"/>
            </a:solidFill>
          </a:ln>
        </p:spPr>
      </p:sp>
      <p:sp>
        <p:nvSpPr>
          <p:cNvPr id="17" name="智能体编排层">
            <a:extLst xmlns:a="http://schemas.openxmlformats.org/drawingml/2006/main">
              <a:ext uri="{FF2B5EF4-FFF2-40B4-BE49-F238E27FC236}">
                <a16:creationId xmlns:a16="http://schemas.microsoft.com/office/drawing/2014/main" id="{EC729EF1-A54C-4488-B392-6EAC50978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3429000"/>
            <a:ext cx="17526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l">
              <a:defRPr sz="1800" b="1">
                <a:solidFill>
                  <a:srgbClr val="245D8F"/>
                </a:solidFill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245D8F"/>
                </a:solidFill>
              </a:defRPr>
            </a:pPr>
            <a:r>
              <a:rPr sz="1800" b="1">
                <a:solidFill>
                  <a:srgbClr val="245D8F"/>
                </a:solidFill>
                <a:latin typeface="Microsoft YaHei"/>
                <a:ea typeface="Microsoft YaHei"/>
                <a:cs typeface="Microsoft YaHei"/>
              </a:rPr>
              <a:t>智能体编排层</a:t>
            </a:r>
          </a:p>
        </p:txBody>
      </p:sp>
      <p:sp>
        <p:nvSpPr>
          <p:cNvPr id="18" name="Orchestrator + 8 个角色    LangGraph">
            <a:extLst xmlns:a="http://schemas.openxmlformats.org/drawingml/2006/main">
              <a:ext uri="{FF2B5EF4-FFF2-40B4-BE49-F238E27FC236}">
                <a16:creationId xmlns:a16="http://schemas.microsoft.com/office/drawing/2014/main" id="{B49601E2-C7F4-40AD-A22A-FEA8C66CE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3352800"/>
            <a:ext cx="55626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l">
              <a:defRPr sz="1725" b="0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233E54"/>
                </a:solidFill>
              </a:defRPr>
            </a:pPr>
            <a:r>
              <a:rPr sz="1725" b="0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Orchestrator + 8 个角色    LangGraph</a:t>
            </a:r>
          </a:p>
        </p:txBody>
      </p:sp>
      <p:sp>
        <p:nvSpPr>
          <p:cNvPr id="19" name="layer surface">
            <a:extLst xmlns:a="http://schemas.openxmlformats.org/drawingml/2006/main">
              <a:ext uri="{FF2B5EF4-FFF2-40B4-BE49-F238E27FC236}">
                <a16:creationId xmlns:a16="http://schemas.microsoft.com/office/drawing/2014/main" id="{48B16EBE-7ECE-408B-94C5-E851C47C1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86225"/>
            <a:ext cx="7905750" cy="171450"/>
          </a:xfrm>
          <a:custGeom xmlns:a="http://schemas.openxmlformats.org/drawingml/2006/main">
            <a:pathLst>
              <a:path w="7905750" h="171450">
                <a:moveTo>
                  <a:pt x="0" y="0"/>
                </a:moveTo>
                <a:lnTo>
                  <a:pt x="7715250" y="0"/>
                </a:lnTo>
                <a:lnTo>
                  <a:pt x="7905750" y="171450"/>
                </a:lnTo>
                <a:lnTo>
                  <a:pt x="190500" y="171450"/>
                </a:lnTo>
                <a:close/>
              </a:path>
            </a:pathLst>
          </a:custGeom>
          <a:solidFill xmlns:a="http://schemas.openxmlformats.org/drawingml/2006/main">
            <a:srgbClr val="EAF4FC"/>
          </a:solidFill>
          <a:ln xmlns:a="http://schemas.openxmlformats.org/drawingml/2006/main" w="9525">
            <a:solidFill>
              <a:srgbClr val="A6C4DB"/>
            </a:solidFill>
          </a:ln>
        </p:spPr>
      </p:sp>
      <p:sp>
        <p:nvSpPr>
          <p:cNvPr id="20" name="boundary">
            <a:extLst xmlns:a="http://schemas.openxmlformats.org/drawingml/2006/main">
              <a:ext uri="{FF2B5EF4-FFF2-40B4-BE49-F238E27FC236}">
                <a16:creationId xmlns:a16="http://schemas.microsoft.com/office/drawing/2014/main" id="{01267D61-FB5D-4E52-B0AD-84B88F4BD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57675"/>
            <a:ext cx="7715250" cy="657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BCF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</p:sp>
      <p:sp>
        <p:nvSpPr>
          <p:cNvPr id="21" name="layer surface">
            <a:extLst xmlns:a="http://schemas.openxmlformats.org/drawingml/2006/main">
              <a:ext uri="{FF2B5EF4-FFF2-40B4-BE49-F238E27FC236}">
                <a16:creationId xmlns:a16="http://schemas.microsoft.com/office/drawing/2014/main" id="{B3D0E001-B1DF-477D-A9F9-5999EA5EA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86225"/>
            <a:ext cx="190500" cy="828675"/>
          </a:xfrm>
          <a:custGeom xmlns:a="http://schemas.openxmlformats.org/drawingml/2006/main">
            <a:pathLst>
              <a:path w="190500" h="828675">
                <a:moveTo>
                  <a:pt x="0" y="0"/>
                </a:moveTo>
                <a:lnTo>
                  <a:pt x="190500" y="171450"/>
                </a:lnTo>
                <a:lnTo>
                  <a:pt x="190500" y="828675"/>
                </a:lnTo>
                <a:lnTo>
                  <a:pt x="0" y="657225"/>
                </a:lnTo>
                <a:close/>
              </a:path>
            </a:pathLst>
          </a:custGeom>
          <a:solidFill xmlns:a="http://schemas.openxmlformats.org/drawingml/2006/main">
            <a:srgbClr val="92C5EC"/>
          </a:solidFill>
          <a:ln xmlns:a="http://schemas.openxmlformats.org/drawingml/2006/main" w="9525">
            <a:solidFill>
              <a:srgbClr val="A6C4DB"/>
            </a:solidFill>
          </a:ln>
        </p:spPr>
      </p:sp>
      <p:sp>
        <p:nvSpPr>
          <p:cNvPr id="22" name="知识层">
            <a:extLst xmlns:a="http://schemas.openxmlformats.org/drawingml/2006/main">
              <a:ext uri="{FF2B5EF4-FFF2-40B4-BE49-F238E27FC236}">
                <a16:creationId xmlns:a16="http://schemas.microsoft.com/office/drawing/2014/main" id="{1E30B776-85A9-4F73-AE94-1D791EC15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371975"/>
            <a:ext cx="17526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l">
              <a:defRPr sz="1800" b="1">
                <a:solidFill>
                  <a:srgbClr val="245D8F"/>
                </a:solidFill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245D8F"/>
                </a:solidFill>
              </a:defRPr>
            </a:pPr>
            <a:r>
              <a:rPr sz="1800" b="1">
                <a:solidFill>
                  <a:srgbClr val="245D8F"/>
                </a:solidFill>
                <a:latin typeface="Microsoft YaHei"/>
                <a:ea typeface="Microsoft YaHei"/>
                <a:cs typeface="Microsoft YaHei"/>
              </a:rPr>
              <a:t>知识层</a:t>
            </a:r>
          </a:p>
        </p:txBody>
      </p:sp>
      <p:sp>
        <p:nvSpPr>
          <p:cNvPr id="23" name="PostgreSQL + pgvector    Neo4j    OpenSearch MinIO    Redis Streams 或 NATS JetStream">
            <a:extLst xmlns:a="http://schemas.openxmlformats.org/drawingml/2006/main">
              <a:ext uri="{FF2B5EF4-FFF2-40B4-BE49-F238E27FC236}">
                <a16:creationId xmlns:a16="http://schemas.microsoft.com/office/drawing/2014/main" id="{7E50BE95-39B6-4FDD-808A-90D7DCF4E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4295775"/>
            <a:ext cx="55626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l">
              <a:defRPr sz="1575" b="0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233E54"/>
                </a:solidFill>
              </a:defRPr>
            </a:pPr>
            <a:r>
              <a:rPr sz="1575" b="0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PostgreSQL + pgvector    Neo4j    OpenSearch</a:t>
            </a:r>
          </a:p>
          <a:p xmlns:a="http://schemas.openxmlformats.org/drawingml/2006/main">
            <a:pPr algn="l">
              <a:defRPr sz="1575" b="0">
                <a:solidFill>
                  <a:srgbClr val="233E54"/>
                </a:solidFill>
              </a:defRPr>
            </a:pPr>
            <a:r>
              <a:rPr sz="1575" b="0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MinIO    Redis Streams 或 NATS JetStream</a:t>
            </a:r>
          </a:p>
        </p:txBody>
      </p:sp>
      <p:sp>
        <p:nvSpPr>
          <p:cNvPr id="24" name="layer surface">
            <a:extLst xmlns:a="http://schemas.openxmlformats.org/drawingml/2006/main">
              <a:ext uri="{FF2B5EF4-FFF2-40B4-BE49-F238E27FC236}">
                <a16:creationId xmlns:a16="http://schemas.microsoft.com/office/drawing/2014/main" id="{23BF4909-44AC-458E-B66B-8E65AD643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029200"/>
            <a:ext cx="7905750" cy="171450"/>
          </a:xfrm>
          <a:custGeom xmlns:a="http://schemas.openxmlformats.org/drawingml/2006/main">
            <a:pathLst>
              <a:path w="7905750" h="171450">
                <a:moveTo>
                  <a:pt x="0" y="0"/>
                </a:moveTo>
                <a:lnTo>
                  <a:pt x="7715250" y="0"/>
                </a:lnTo>
                <a:lnTo>
                  <a:pt x="7905750" y="171450"/>
                </a:lnTo>
                <a:lnTo>
                  <a:pt x="190500" y="171450"/>
                </a:lnTo>
                <a:close/>
              </a:path>
            </a:pathLst>
          </a:custGeom>
          <a:solidFill xmlns:a="http://schemas.openxmlformats.org/drawingml/2006/main">
            <a:srgbClr val="D6EAF9"/>
          </a:solidFill>
          <a:ln xmlns:a="http://schemas.openxmlformats.org/drawingml/2006/main" w="9525">
            <a:solidFill>
              <a:srgbClr val="A6C4DB"/>
            </a:solidFill>
          </a:ln>
        </p:spPr>
      </p:sp>
      <p:sp>
        <p:nvSpPr>
          <p:cNvPr id="25" name="boundary">
            <a:extLst xmlns:a="http://schemas.openxmlformats.org/drawingml/2006/main">
              <a:ext uri="{FF2B5EF4-FFF2-40B4-BE49-F238E27FC236}">
                <a16:creationId xmlns:a16="http://schemas.microsoft.com/office/drawing/2014/main" id="{409E139E-14E9-40FA-BC87-34624B1FE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00650"/>
            <a:ext cx="7715250" cy="657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EFFB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</p:sp>
      <p:sp>
        <p:nvSpPr>
          <p:cNvPr id="26" name="layer surface">
            <a:extLst xmlns:a="http://schemas.openxmlformats.org/drawingml/2006/main">
              <a:ext uri="{FF2B5EF4-FFF2-40B4-BE49-F238E27FC236}">
                <a16:creationId xmlns:a16="http://schemas.microsoft.com/office/drawing/2014/main" id="{3F308B82-8E6D-48D9-BD35-D5FBD3E8C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029200"/>
            <a:ext cx="190500" cy="828675"/>
          </a:xfrm>
          <a:custGeom xmlns:a="http://schemas.openxmlformats.org/drawingml/2006/main">
            <a:pathLst>
              <a:path w="190500" h="828675">
                <a:moveTo>
                  <a:pt x="0" y="0"/>
                </a:moveTo>
                <a:lnTo>
                  <a:pt x="190500" y="171450"/>
                </a:lnTo>
                <a:lnTo>
                  <a:pt x="190500" y="828675"/>
                </a:lnTo>
                <a:lnTo>
                  <a:pt x="0" y="657225"/>
                </a:lnTo>
                <a:close/>
              </a:path>
            </a:pathLst>
          </a:custGeom>
          <a:solidFill xmlns:a="http://schemas.openxmlformats.org/drawingml/2006/main">
            <a:srgbClr val="92C5EC"/>
          </a:solidFill>
          <a:ln xmlns:a="http://schemas.openxmlformats.org/drawingml/2006/main" w="9525">
            <a:solidFill>
              <a:srgbClr val="A6C4DB"/>
            </a:solidFill>
          </a:ln>
        </p:spPr>
      </p:sp>
      <p:sp>
        <p:nvSpPr>
          <p:cNvPr id="27" name="采集层">
            <a:extLst xmlns:a="http://schemas.openxmlformats.org/drawingml/2006/main">
              <a:ext uri="{FF2B5EF4-FFF2-40B4-BE49-F238E27FC236}">
                <a16:creationId xmlns:a16="http://schemas.microsoft.com/office/drawing/2014/main" id="{A8DF152D-26A0-4818-A4EA-5BA9B71D3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5314950"/>
            <a:ext cx="17526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l">
              <a:defRPr sz="1800" b="1">
                <a:solidFill>
                  <a:srgbClr val="245D8F"/>
                </a:solidFill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245D8F"/>
                </a:solidFill>
              </a:defRPr>
            </a:pPr>
            <a:r>
              <a:rPr sz="1800" b="1">
                <a:solidFill>
                  <a:srgbClr val="245D8F"/>
                </a:solidFill>
                <a:latin typeface="Microsoft YaHei"/>
                <a:ea typeface="Microsoft YaHei"/>
                <a:cs typeface="Microsoft YaHei"/>
              </a:rPr>
              <a:t>采集层</a:t>
            </a:r>
          </a:p>
        </p:txBody>
      </p:sp>
      <p:sp>
        <p:nvSpPr>
          <p:cNvPr id="28" name="Connector × N    自有仓库 webhook">
            <a:extLst xmlns:a="http://schemas.openxmlformats.org/drawingml/2006/main">
              <a:ext uri="{FF2B5EF4-FFF2-40B4-BE49-F238E27FC236}">
                <a16:creationId xmlns:a16="http://schemas.microsoft.com/office/drawing/2014/main" id="{C21A258E-BFCE-4FE6-97CC-88CA1E35E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5238750"/>
            <a:ext cx="55626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l">
              <a:defRPr sz="1725" b="0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233E54"/>
                </a:solidFill>
              </a:defRPr>
            </a:pPr>
            <a:r>
              <a:rPr sz="1725" b="0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Connector × N    自有仓库 webhook</a:t>
            </a:r>
          </a:p>
        </p:txBody>
      </p:sp>
      <p:sp>
        <p:nvSpPr>
          <p:cNvPr id="29" name="layer surface">
            <a:extLst xmlns:a="http://schemas.openxmlformats.org/drawingml/2006/main">
              <a:ext uri="{FF2B5EF4-FFF2-40B4-BE49-F238E27FC236}">
                <a16:creationId xmlns:a16="http://schemas.microsoft.com/office/drawing/2014/main" id="{6ECCF8B2-75D5-43D3-A371-E0EAF167F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72175"/>
            <a:ext cx="7905750" cy="171450"/>
          </a:xfrm>
          <a:custGeom xmlns:a="http://schemas.openxmlformats.org/drawingml/2006/main">
            <a:pathLst>
              <a:path w="7905750" h="171450">
                <a:moveTo>
                  <a:pt x="0" y="0"/>
                </a:moveTo>
                <a:lnTo>
                  <a:pt x="7715250" y="0"/>
                </a:lnTo>
                <a:lnTo>
                  <a:pt x="7905750" y="171450"/>
                </a:lnTo>
                <a:lnTo>
                  <a:pt x="190500" y="171450"/>
                </a:lnTo>
                <a:close/>
              </a:path>
            </a:pathLst>
          </a:custGeom>
          <a:solidFill xmlns:a="http://schemas.openxmlformats.org/drawingml/2006/main">
            <a:srgbClr val="EAF4FC"/>
          </a:solidFill>
          <a:ln xmlns:a="http://schemas.openxmlformats.org/drawingml/2006/main" w="9525">
            <a:solidFill>
              <a:srgbClr val="A6C4DB"/>
            </a:solidFill>
          </a:ln>
        </p:spPr>
      </p:sp>
      <p:sp>
        <p:nvSpPr>
          <p:cNvPr id="30" name="boundary">
            <a:extLst xmlns:a="http://schemas.openxmlformats.org/drawingml/2006/main">
              <a:ext uri="{FF2B5EF4-FFF2-40B4-BE49-F238E27FC236}">
                <a16:creationId xmlns:a16="http://schemas.microsoft.com/office/drawing/2014/main" id="{96ADAA86-4E5B-414B-930E-1990A2B01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43625"/>
            <a:ext cx="7715250" cy="657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5FC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</p:sp>
      <p:sp>
        <p:nvSpPr>
          <p:cNvPr id="31" name="layer surface">
            <a:extLst xmlns:a="http://schemas.openxmlformats.org/drawingml/2006/main">
              <a:ext uri="{FF2B5EF4-FFF2-40B4-BE49-F238E27FC236}">
                <a16:creationId xmlns:a16="http://schemas.microsoft.com/office/drawing/2014/main" id="{D4B6E5E8-B831-416B-8517-71A4CE0C0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72175"/>
            <a:ext cx="190500" cy="828675"/>
          </a:xfrm>
          <a:custGeom xmlns:a="http://schemas.openxmlformats.org/drawingml/2006/main">
            <a:pathLst>
              <a:path w="190500" h="828675">
                <a:moveTo>
                  <a:pt x="0" y="0"/>
                </a:moveTo>
                <a:lnTo>
                  <a:pt x="190500" y="171450"/>
                </a:lnTo>
                <a:lnTo>
                  <a:pt x="190500" y="828675"/>
                </a:lnTo>
                <a:lnTo>
                  <a:pt x="0" y="657225"/>
                </a:lnTo>
                <a:close/>
              </a:path>
            </a:pathLst>
          </a:custGeom>
          <a:solidFill xmlns:a="http://schemas.openxmlformats.org/drawingml/2006/main">
            <a:srgbClr val="92C5EC"/>
          </a:solidFill>
          <a:ln xmlns:a="http://schemas.openxmlformats.org/drawingml/2006/main" w="9525">
            <a:solidFill>
              <a:srgbClr val="A6C4DB"/>
            </a:solidFill>
          </a:ln>
        </p:spPr>
      </p:sp>
      <p:sp>
        <p:nvSpPr>
          <p:cNvPr id="32" name="数据源层">
            <a:extLst xmlns:a="http://schemas.openxmlformats.org/drawingml/2006/main">
              <a:ext uri="{FF2B5EF4-FFF2-40B4-BE49-F238E27FC236}">
                <a16:creationId xmlns:a16="http://schemas.microsoft.com/office/drawing/2014/main" id="{2F1E652D-4C4B-4386-8DE2-F6008F88A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6257925"/>
            <a:ext cx="17526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l">
              <a:defRPr sz="1800" b="1">
                <a:solidFill>
                  <a:srgbClr val="245D8F"/>
                </a:solidFill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245D8F"/>
                </a:solidFill>
              </a:defRPr>
            </a:pPr>
            <a:r>
              <a:rPr sz="1800" b="1">
                <a:solidFill>
                  <a:srgbClr val="245D8F"/>
                </a:solidFill>
                <a:latin typeface="Microsoft YaHei"/>
                <a:ea typeface="Microsoft YaHei"/>
                <a:cs typeface="Microsoft YaHei"/>
              </a:rPr>
              <a:t>数据源层</a:t>
            </a:r>
          </a:p>
        </p:txBody>
      </p:sp>
      <p:sp>
        <p:nvSpPr>
          <p:cNvPr id="33" name="9 类来源    三级可信度    分级轮询">
            <a:extLst xmlns:a="http://schemas.openxmlformats.org/drawingml/2006/main">
              <a:ext uri="{FF2B5EF4-FFF2-40B4-BE49-F238E27FC236}">
                <a16:creationId xmlns:a16="http://schemas.microsoft.com/office/drawing/2014/main" id="{C78DEB6C-9DB3-46EA-B3DA-7E3CFAC4C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6181725"/>
            <a:ext cx="55626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l">
              <a:defRPr sz="1725" b="0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233E54"/>
                </a:solidFill>
              </a:defRPr>
            </a:pPr>
            <a:r>
              <a:rPr sz="1725" b="0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9 类来源    三级可信度    分级轮询</a:t>
            </a:r>
          </a:p>
        </p:txBody>
      </p:sp>
      <p:sp>
        <p:nvSpPr>
          <p:cNvPr id="34" name="时效可观测">
            <a:extLst xmlns:a="http://schemas.openxmlformats.org/drawingml/2006/main">
              <a:ext uri="{FF2B5EF4-FFF2-40B4-BE49-F238E27FC236}">
                <a16:creationId xmlns:a16="http://schemas.microsoft.com/office/drawing/2014/main" id="{C8C935D9-DE9A-46CB-8AA3-81CB43DE6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1428750"/>
            <a:ext cx="171450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EAF4FC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875" b="1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233E54"/>
                </a:solidFill>
              </a:defRPr>
            </a:pPr>
            <a:r>
              <a:rPr sz="1875" b="1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时效可观测</a:t>
            </a:r>
          </a:p>
        </p:txBody>
      </p:sp>
      <p:sp>
        <p:nvSpPr>
          <p:cNvPr id="35" name="可信与裁决">
            <a:extLst xmlns:a="http://schemas.openxmlformats.org/drawingml/2006/main">
              <a:ext uri="{FF2B5EF4-FFF2-40B4-BE49-F238E27FC236}">
                <a16:creationId xmlns:a16="http://schemas.microsoft.com/office/drawing/2014/main" id="{2B843FA4-ABAC-47D9-B834-566B47C93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790825"/>
            <a:ext cx="171450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EAF4FC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875" b="1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233E54"/>
                </a:solidFill>
              </a:defRPr>
            </a:pPr>
            <a:r>
              <a:rPr sz="1875" b="1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可信与裁决</a:t>
            </a:r>
          </a:p>
        </p:txBody>
      </p:sp>
      <p:sp>
        <p:nvSpPr>
          <p:cNvPr id="36" name="合规边界">
            <a:extLst xmlns:a="http://schemas.openxmlformats.org/drawingml/2006/main">
              <a:ext uri="{FF2B5EF4-FFF2-40B4-BE49-F238E27FC236}">
                <a16:creationId xmlns:a16="http://schemas.microsoft.com/office/drawing/2014/main" id="{6E7715C6-C3CA-48E8-BDAE-209E81D1F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4152900"/>
            <a:ext cx="171450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FF1CB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875" b="1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233E54"/>
                </a:solidFill>
              </a:defRPr>
            </a:pPr>
            <a:r>
              <a:rPr sz="1875" b="1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合规边界</a:t>
            </a:r>
          </a:p>
        </p:txBody>
      </p:sp>
      <p:sp>
        <p:nvSpPr>
          <p:cNvPr id="37" name="开放生态">
            <a:extLst xmlns:a="http://schemas.openxmlformats.org/drawingml/2006/main">
              <a:ext uri="{FF2B5EF4-FFF2-40B4-BE49-F238E27FC236}">
                <a16:creationId xmlns:a16="http://schemas.microsoft.com/office/drawing/2014/main" id="{D736A6E5-17C7-49C4-B53D-941297B86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5514975"/>
            <a:ext cx="171450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EAF4FC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875" b="1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233E54"/>
                </a:solidFill>
              </a:defRPr>
            </a:pPr>
            <a:r>
              <a:rPr sz="1875" b="1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开放生态</a:t>
            </a:r>
          </a:p>
        </p:txBody>
      </p:sp>
      <p:sp>
        <p:nvSpPr>
          <p:cNvPr id="38" name="boundary">
            <a:extLst xmlns:a="http://schemas.openxmlformats.org/drawingml/2006/main">
              <a:ext uri="{FF2B5EF4-FFF2-40B4-BE49-F238E27FC236}">
                <a16:creationId xmlns:a16="http://schemas.microsoft.com/office/drawing/2014/main" id="{13C37A30-94B9-4D6E-9F3E-39FEFBCA1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2525" y="14573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39" name="boundary">
            <a:extLst xmlns:a="http://schemas.openxmlformats.org/drawingml/2006/main">
              <a:ext uri="{FF2B5EF4-FFF2-40B4-BE49-F238E27FC236}">
                <a16:creationId xmlns:a16="http://schemas.microsoft.com/office/drawing/2014/main" id="{193A96D1-BEE8-4F94-A422-ADBFC125B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2525" y="67437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41" name="boundary">
            <a:extLst xmlns:a="http://schemas.openxmlformats.org/drawingml/2006/main">
              <a:ext uri="{FF2B5EF4-FFF2-40B4-BE49-F238E27FC236}">
                <a16:creationId xmlns:a16="http://schemas.microsoft.com/office/drawing/2014/main" id="{FFB21236-FB5A-43D4-B11F-BAE888BE3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" y="66675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42" name="boundary">
            <a:extLst xmlns:a="http://schemas.openxmlformats.org/drawingml/2006/main">
              <a:ext uri="{FF2B5EF4-FFF2-40B4-BE49-F238E27FC236}">
                <a16:creationId xmlns:a16="http://schemas.microsoft.com/office/drawing/2014/main" id="{885B8CEC-E9D9-450D-9784-EF55FD158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" y="16478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44" name="PostgreSQL 是事实源；outbox 同步图库与全文索引">
            <a:extLst xmlns:a="http://schemas.openxmlformats.org/drawingml/2006/main">
              <a:ext uri="{FF2B5EF4-FFF2-40B4-BE49-F238E27FC236}">
                <a16:creationId xmlns:a16="http://schemas.microsoft.com/office/drawing/2014/main" id="{07C0EE4D-29AE-4A6C-AFF3-50D2666BC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7353300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350" b="0">
                <a:solidFill>
                  <a:srgbClr val="657D8E"/>
                </a:solidFill>
              </a:defRPr>
            </a:defPPr>
          </a:lstStyle>
          <a:p xmlns:a="http://schemas.openxmlformats.org/drawingml/2006/main">
            <a:pPr algn="ctr">
              <a:defRPr sz="1350" b="0">
                <a:solidFill>
                  <a:srgbClr val="657D8E"/>
                </a:solidFill>
              </a:defRPr>
            </a:pPr>
            <a:r>
              <a:rPr sz="1350" b="0">
                <a:solidFill>
                  <a:srgbClr val="657D8E"/>
                </a:solidFill>
                <a:latin typeface="Microsoft YaHei"/>
                <a:ea typeface="Microsoft YaHei"/>
                <a:cs typeface="Microsoft YaHei"/>
              </a:rPr>
              <a:t>PostgreSQL 是事实源；outbox 同步图库与全文索引</a:t>
            </a:r>
          </a:p>
        </p:txBody>
      </p:sp>
    </p:spTree>
    <p:extLst>
      <p:ext uri="{BB962C8B-B14F-4D97-AF65-F5344CB8AC3E}">
        <p14:creationId xmlns:p14="http://schemas.microsoft.com/office/powerpoint/2010/main" val="2254642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37ED7A9-7098-465F-95BB-BA95E08EDC95}"/>
              </a:ext>
            </a:extLst>
          </p:cNvPr>
          <p:cNvCxnSpPr>
            <a:stCxn xmlns:a="http://schemas.openxmlformats.org/drawingml/2006/main" id="13" idx="3"/>
            <a:endCxn xmlns:a="http://schemas.openxmlformats.org/drawingml/2006/main" id="10" idx="0"/>
          </p:cNvCxnSpPr>
          <p:nvPr/>
        </p:nvCxnSpPr>
        <p:spPr>
          <a:xfrm xmlns:a="http://schemas.openxmlformats.org/drawingml/2006/main">
            <a:off x="5715000" y="4610100"/>
            <a:ext cx="0" cy="923925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277DC3"/>
            </a:solidFill>
            <a:prstDash val="solid"/>
            <a:tailEnd type="triangle" w="sm" len="sm"/>
          </a:ln>
        </p:spPr>
      </p:cxnSp>
      <p:cxnSp>
        <p:nvCxn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10F2B0F-F4A6-4F4A-9B65-B898CE075C3E}"/>
              </a:ext>
            </a:extLst>
          </p:cNvPr>
          <p:cNvCxnSpPr>
            <a:stCxn xmlns:a="http://schemas.openxmlformats.org/drawingml/2006/main" id="13" idx="4"/>
            <a:endCxn xmlns:a="http://schemas.openxmlformats.org/drawingml/2006/main" id="7" idx="1"/>
          </p:cNvCxnSpPr>
          <p:nvPr/>
        </p:nvCxnSpPr>
        <p:spPr>
          <a:xfrm xmlns:a="http://schemas.openxmlformats.org/drawingml/2006/main" flipV="1">
            <a:off x="7381875" y="2714625"/>
            <a:ext cx="714375" cy="1133475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547D45"/>
            </a:solidFill>
            <a:prstDash val="solid"/>
            <a:tailEnd type="triangle" w="sm" len="sm"/>
          </a:ln>
        </p:spPr>
      </p:cxnSp>
      <p:cxnSp>
        <p:nvCxn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EF4CA83-3E1F-4D57-8C5D-71D473E8BBDD}"/>
              </a:ext>
            </a:extLst>
          </p:cNvPr>
          <p:cNvCxnSpPr>
            <a:stCxn xmlns:a="http://schemas.openxmlformats.org/drawingml/2006/main" id="4" idx="3"/>
            <a:endCxn xmlns:a="http://schemas.openxmlformats.org/drawingml/2006/main" id="13" idx="2"/>
          </p:cNvCxnSpPr>
          <p:nvPr/>
        </p:nvCxnSpPr>
        <p:spPr>
          <a:xfrm xmlns:a="http://schemas.openxmlformats.org/drawingml/2006/main">
            <a:off x="3333750" y="2714625"/>
            <a:ext cx="714375" cy="1133475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277DC3"/>
            </a:solidFill>
            <a:prstDash val="solid"/>
            <a:tailEnd type="triangle" w="sm" len="sm"/>
          </a:ln>
        </p:spPr>
      </p:cxnSp>
      <p:cxnSp>
        <p:nvCxn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D226619-F02C-471A-873C-AAFB81C6EB94}"/>
              </a:ext>
            </a:extLst>
          </p:cNvPr>
          <p:cNvCxnSpPr>
            <a:stCxn xmlns:a="http://schemas.openxmlformats.org/drawingml/2006/main" id="29" idx="3"/>
            <a:endCxn xmlns:a="http://schemas.openxmlformats.org/drawingml/2006/main" id="30" idx="1"/>
          </p:cNvCxnSpPr>
          <p:nvPr/>
        </p:nvCxnSpPr>
        <p:spPr>
          <a:xfrm xmlns:a="http://schemas.openxmlformats.org/drawingml/2006/main" flipH="1" flipV="1">
            <a:off x="2047875" y="3429477"/>
            <a:ext cx="953" cy="281940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277DC3"/>
            </a:solidFill>
            <a:prstDash val="solid"/>
            <a:tailEnd type="triangle" w="sm" len="sm"/>
          </a:ln>
        </p:spPr>
      </p:cxnSp>
      <p:cxnSp>
        <p:nvCxn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90D39A7-0EB0-42A6-9AB3-9BF152186B06}"/>
              </a:ext>
            </a:extLst>
          </p:cNvPr>
          <p:cNvCxnSpPr>
            <a:stCxn xmlns:a="http://schemas.openxmlformats.org/drawingml/2006/main" id="26" idx="3"/>
            <a:endCxn xmlns:a="http://schemas.openxmlformats.org/drawingml/2006/main" id="27" idx="1"/>
          </p:cNvCxnSpPr>
          <p:nvPr/>
        </p:nvCxnSpPr>
        <p:spPr>
          <a:xfrm xmlns:a="http://schemas.openxmlformats.org/drawingml/2006/main" flipH="1">
            <a:off x="2047875" y="6248877"/>
            <a:ext cx="2382203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277DC3"/>
            </a:solidFill>
            <a:prstDash val="solid"/>
          </a:ln>
        </p:spPr>
      </p:cxnSp>
      <p:cxnSp>
        <p:nvCxn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564480E-793B-4F76-B072-47A6D914CA15}"/>
              </a:ext>
            </a:extLst>
          </p:cNvPr>
          <p:cNvCxnSpPr>
            <a:stCxn xmlns:a="http://schemas.openxmlformats.org/drawingml/2006/main" id="23" idx="3"/>
            <a:endCxn xmlns:a="http://schemas.openxmlformats.org/drawingml/2006/main" id="24" idx="1"/>
          </p:cNvCxnSpPr>
          <p:nvPr/>
        </p:nvCxnSpPr>
        <p:spPr>
          <a:xfrm xmlns:a="http://schemas.openxmlformats.org/drawingml/2006/main" flipH="1">
            <a:off x="7000875" y="6248877"/>
            <a:ext cx="2382203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547D45"/>
            </a:solidFill>
            <a:prstDash val="solid"/>
            <a:tailEnd type="triangle" w="sm" len="sm"/>
          </a:ln>
        </p:spPr>
      </p:cxnSp>
      <p:cxnSp>
        <p:nvCxn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E2BBF18-24CC-4FB2-8186-E553809471B7}"/>
              </a:ext>
            </a:extLst>
          </p:cNvPr>
          <p:cNvCxnSpPr>
            <a:stCxn xmlns:a="http://schemas.openxmlformats.org/drawingml/2006/main" id="20" idx="3"/>
            <a:endCxn xmlns:a="http://schemas.openxmlformats.org/drawingml/2006/main" id="21" idx="1"/>
          </p:cNvCxnSpPr>
          <p:nvPr/>
        </p:nvCxnSpPr>
        <p:spPr>
          <a:xfrm xmlns:a="http://schemas.openxmlformats.org/drawingml/2006/main" flipH="1">
            <a:off x="9382125" y="3429477"/>
            <a:ext cx="953" cy="281940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547D45"/>
            </a:solidFill>
            <a:prstDash val="solid"/>
          </a:ln>
        </p:spPr>
      </p:cxnSp>
      <p:cxnSp>
        <p:nvCxn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139AC5D-A721-4BD3-B080-CD4162158A86}"/>
              </a:ext>
            </a:extLst>
          </p:cNvPr>
          <p:cNvCxnSpPr>
            <a:stCxn xmlns:a="http://schemas.openxmlformats.org/drawingml/2006/main" id="16" idx="3"/>
            <a:endCxn xmlns:a="http://schemas.openxmlformats.org/drawingml/2006/main" id="17" idx="1"/>
          </p:cNvCxnSpPr>
          <p:nvPr/>
        </p:nvCxnSpPr>
        <p:spPr>
          <a:xfrm xmlns:a="http://schemas.openxmlformats.org/drawingml/2006/main">
            <a:off x="3334703" y="2286477"/>
            <a:ext cx="4761547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277DC3"/>
            </a:solidFill>
            <a:prstDash val="solid"/>
            <a:tailEnd type="triangle" w="sm" len="sm"/>
          </a:ln>
        </p:spPr>
      </p:cxnSp>
      <p:sp>
        <p:nvSpPr>
          <p:cNvPr id="39" name="F-02">
            <a:extLst xmlns:a="http://schemas.openxmlformats.org/drawingml/2006/main">
              <a:ext uri="{FF2B5EF4-FFF2-40B4-BE49-F238E27FC236}">
                <a16:creationId xmlns:a16="http://schemas.microsoft.com/office/drawing/2014/main" id="{D37D841D-8603-421C-8014-786F82E48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9075"/>
            <a:ext cx="95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l">
              <a:defRPr sz="1650" b="1">
                <a:solidFill>
                  <a:srgbClr val="277DC3"/>
                </a:solidFill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277DC3"/>
                </a:solidFill>
              </a:defRPr>
            </a:pPr>
            <a:r>
              <a:rPr sz="1650" b="1">
                <a:solidFill>
                  <a:srgbClr val="277DC3"/>
                </a:solidFill>
                <a:latin typeface="Microsoft YaHei"/>
                <a:ea typeface="Microsoft YaHei"/>
                <a:cs typeface="Microsoft YaHei"/>
              </a:rPr>
              <a:t>F-02</a:t>
            </a:r>
          </a:p>
        </p:txBody>
      </p:sp>
      <p:sp>
        <p:nvSpPr>
          <p:cNvPr id="2" name="监测—富化—问答闭环">
            <a:extLst xmlns:a="http://schemas.openxmlformats.org/drawingml/2006/main">
              <a:ext uri="{FF2B5EF4-FFF2-40B4-BE49-F238E27FC236}">
                <a16:creationId xmlns:a16="http://schemas.microsoft.com/office/drawing/2014/main" id="{66D03470-B360-4DE1-B29F-D237C67BE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152400"/>
            <a:ext cx="9525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l">
              <a:defRPr sz="2400" b="1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233E54"/>
                </a:solidFill>
              </a:defRPr>
            </a:pPr>
            <a:r>
              <a:rPr sz="2400" b="1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监测—富化—问答闭环</a:t>
            </a:r>
          </a:p>
        </p:txBody>
      </p:sp>
      <p:sp>
        <p:nvSpPr>
          <p:cNvPr id="3" name="boundary">
            <a:extLst xmlns:a="http://schemas.openxmlformats.org/drawingml/2006/main">
              <a:ext uri="{FF2B5EF4-FFF2-40B4-BE49-F238E27FC236}">
                <a16:creationId xmlns:a16="http://schemas.microsoft.com/office/drawing/2014/main" id="{8081280D-10CC-48AB-BE3C-6D47ED9A8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28675"/>
            <a:ext cx="10515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C4D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boundary">
            <a:extLst xmlns:a="http://schemas.openxmlformats.org/drawingml/2006/main">
              <a:ext uri="{FF2B5EF4-FFF2-40B4-BE49-F238E27FC236}">
                <a16:creationId xmlns:a16="http://schemas.microsoft.com/office/drawing/2014/main" id="{18173B20-770C-4BEC-8F38-092CF2D5E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00250"/>
            <a:ext cx="257175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AF4FC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</p:sp>
      <p:sp>
        <p:nvSpPr>
          <p:cNvPr id="5" name="监测">
            <a:extLst xmlns:a="http://schemas.openxmlformats.org/drawingml/2006/main">
              <a:ext uri="{FF2B5EF4-FFF2-40B4-BE49-F238E27FC236}">
                <a16:creationId xmlns:a16="http://schemas.microsoft.com/office/drawing/2014/main" id="{3E3F856E-69B4-486C-8DBD-69CABD986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95500"/>
            <a:ext cx="238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875" b="1">
                <a:solidFill>
                  <a:srgbClr val="277DC3"/>
                </a:solidFill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277DC3"/>
                </a:solidFill>
              </a:defRPr>
            </a:pPr>
            <a:r>
              <a:rPr sz="1875" b="1">
                <a:solidFill>
                  <a:srgbClr val="277DC3"/>
                </a:solidFill>
                <a:latin typeface="Microsoft YaHei"/>
                <a:ea typeface="Microsoft YaHei"/>
                <a:cs typeface="Microsoft YaHei"/>
              </a:rPr>
              <a:t>监测</a:t>
            </a:r>
          </a:p>
        </p:txBody>
      </p:sp>
      <p:sp>
        <p:nvSpPr>
          <p:cNvPr id="6" name="9 类来源 持续发现与归一">
            <a:extLst xmlns:a="http://schemas.openxmlformats.org/drawingml/2006/main">
              <a:ext uri="{FF2B5EF4-FFF2-40B4-BE49-F238E27FC236}">
                <a16:creationId xmlns:a16="http://schemas.microsoft.com/office/drawing/2014/main" id="{60549D0D-0223-4557-9913-398607D82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24125"/>
            <a:ext cx="23431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575" b="0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ctr">
              <a:defRPr sz="1575" b="0">
                <a:solidFill>
                  <a:srgbClr val="233E54"/>
                </a:solidFill>
              </a:defRPr>
            </a:pPr>
            <a:r>
              <a:rPr sz="1575" b="0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9 类来源</a:t>
            </a:r>
          </a:p>
          <a:p xmlns:a="http://schemas.openxmlformats.org/drawingml/2006/main">
            <a:pPr algn="ctr">
              <a:defRPr sz="1575" b="0">
                <a:solidFill>
                  <a:srgbClr val="233E54"/>
                </a:solidFill>
              </a:defRPr>
            </a:pPr>
            <a:r>
              <a:rPr sz="1575" b="0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持续发现与归一</a:t>
            </a:r>
          </a:p>
        </p:txBody>
      </p:sp>
      <p:sp>
        <p:nvSpPr>
          <p:cNvPr id="7" name="boundary">
            <a:extLst xmlns:a="http://schemas.openxmlformats.org/drawingml/2006/main">
              <a:ext uri="{FF2B5EF4-FFF2-40B4-BE49-F238E27FC236}">
                <a16:creationId xmlns:a16="http://schemas.microsoft.com/office/drawing/2014/main" id="{C0B3A081-4360-49BB-8616-D096775D6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000250"/>
            <a:ext cx="257175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5F0DA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</p:sp>
      <p:sp>
        <p:nvSpPr>
          <p:cNvPr id="8" name="富化">
            <a:extLst xmlns:a="http://schemas.openxmlformats.org/drawingml/2006/main">
              <a:ext uri="{FF2B5EF4-FFF2-40B4-BE49-F238E27FC236}">
                <a16:creationId xmlns:a16="http://schemas.microsoft.com/office/drawing/2014/main" id="{DBC0FFFE-C2CC-4246-AF5C-48D16CAA1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095500"/>
            <a:ext cx="238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875" b="1">
                <a:solidFill>
                  <a:srgbClr val="547D45"/>
                </a:solidFill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547D45"/>
                </a:solidFill>
              </a:defRPr>
            </a:pPr>
            <a:r>
              <a:rPr sz="1875" b="1">
                <a:solidFill>
                  <a:srgbClr val="547D45"/>
                </a:solidFill>
                <a:latin typeface="Microsoft YaHei"/>
                <a:ea typeface="Microsoft YaHei"/>
                <a:cs typeface="Microsoft YaHei"/>
              </a:rPr>
              <a:t>富化</a:t>
            </a:r>
          </a:p>
        </p:txBody>
      </p:sp>
      <p:sp>
        <p:nvSpPr>
          <p:cNvPr id="9" name="9 个维度 实体、关系与证据">
            <a:extLst xmlns:a="http://schemas.openxmlformats.org/drawingml/2006/main">
              <a:ext uri="{FF2B5EF4-FFF2-40B4-BE49-F238E27FC236}">
                <a16:creationId xmlns:a16="http://schemas.microsoft.com/office/drawing/2014/main" id="{FCA8AF36-AE0B-466C-BD83-5D200C1D4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524125"/>
            <a:ext cx="23431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575" b="0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ctr">
              <a:defRPr sz="1575" b="0">
                <a:solidFill>
                  <a:srgbClr val="233E54"/>
                </a:solidFill>
              </a:defRPr>
            </a:pPr>
            <a:r>
              <a:rPr sz="1575" b="0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9 个维度</a:t>
            </a:r>
          </a:p>
          <a:p xmlns:a="http://schemas.openxmlformats.org/drawingml/2006/main">
            <a:pPr algn="ctr">
              <a:defRPr sz="1575" b="0">
                <a:solidFill>
                  <a:srgbClr val="233E54"/>
                </a:solidFill>
              </a:defRPr>
            </a:pPr>
            <a:r>
              <a:rPr sz="1575" b="0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实体、关系与证据</a:t>
            </a:r>
          </a:p>
        </p:txBody>
      </p:sp>
      <p:sp>
        <p:nvSpPr>
          <p:cNvPr id="10" name="boundary">
            <a:extLst xmlns:a="http://schemas.openxmlformats.org/drawingml/2006/main">
              <a:ext uri="{FF2B5EF4-FFF2-40B4-BE49-F238E27FC236}">
                <a16:creationId xmlns:a16="http://schemas.microsoft.com/office/drawing/2014/main" id="{10531C5B-69CF-4F26-85F4-A3483F105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5534025"/>
            <a:ext cx="257175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1CB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</p:sp>
      <p:sp>
        <p:nvSpPr>
          <p:cNvPr id="11" name="问答">
            <a:extLst xmlns:a="http://schemas.openxmlformats.org/drawingml/2006/main">
              <a:ext uri="{FF2B5EF4-FFF2-40B4-BE49-F238E27FC236}">
                <a16:creationId xmlns:a16="http://schemas.microsoft.com/office/drawing/2014/main" id="{CF5C8140-91F0-41CE-81DF-AA650AABB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5629275"/>
            <a:ext cx="238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875" b="1">
                <a:solidFill>
                  <a:srgbClr val="A67A20"/>
                </a:solidFill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A67A20"/>
                </a:solidFill>
              </a:defRPr>
            </a:pPr>
            <a:r>
              <a:rPr sz="1875" b="1">
                <a:solidFill>
                  <a:srgbClr val="A67A20"/>
                </a:solidFill>
                <a:latin typeface="Microsoft YaHei"/>
                <a:ea typeface="Microsoft YaHei"/>
                <a:cs typeface="Microsoft YaHei"/>
              </a:rPr>
              <a:t>问答</a:t>
            </a:r>
          </a:p>
        </p:txBody>
      </p:sp>
      <p:sp>
        <p:nvSpPr>
          <p:cNvPr id="12" name="逐句引用 回答与版本自查">
            <a:extLst xmlns:a="http://schemas.openxmlformats.org/drawingml/2006/main">
              <a:ext uri="{FF2B5EF4-FFF2-40B4-BE49-F238E27FC236}">
                <a16:creationId xmlns:a16="http://schemas.microsoft.com/office/drawing/2014/main" id="{537C58A1-4F89-4CF9-B60E-A06FBA5F2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6057900"/>
            <a:ext cx="23431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575" b="0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ctr">
              <a:defRPr sz="1575" b="0">
                <a:solidFill>
                  <a:srgbClr val="233E54"/>
                </a:solidFill>
              </a:defRPr>
            </a:pPr>
            <a:r>
              <a:rPr sz="1575" b="0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逐句引用</a:t>
            </a:r>
          </a:p>
          <a:p xmlns:a="http://schemas.openxmlformats.org/drawingml/2006/main">
            <a:pPr algn="ctr">
              <a:defRPr sz="1575" b="0">
                <a:solidFill>
                  <a:srgbClr val="233E54"/>
                </a:solidFill>
              </a:defRPr>
            </a:pPr>
            <a:r>
              <a:rPr sz="1575" b="0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回答与版本自查</a:t>
            </a:r>
          </a:p>
        </p:txBody>
      </p:sp>
      <p:sp>
        <p:nvSpPr>
          <p:cNvPr id="13" name="boundary">
            <a:extLst xmlns:a="http://schemas.openxmlformats.org/drawingml/2006/main">
              <a:ext uri="{FF2B5EF4-FFF2-40B4-BE49-F238E27FC236}">
                <a16:creationId xmlns:a16="http://schemas.microsoft.com/office/drawing/2014/main" id="{748C4376-3B8E-4437-90B4-72270A18E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3086100"/>
            <a:ext cx="3333750" cy="1524000"/>
          </a:xfrm>
          <a:prstGeom xmlns:a="http://schemas.openxmlformats.org/drawingml/2006/main" prst="can">
            <a:avLst/>
          </a:prstGeom>
          <a:solidFill xmlns:a="http://schemas.openxmlformats.org/drawingml/2006/main">
            <a:srgbClr val="EAF4FC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</p:sp>
      <p:sp>
        <p:nvSpPr>
          <p:cNvPr id="14" name="知识图谱与事实库">
            <a:extLst xmlns:a="http://schemas.openxmlformats.org/drawingml/2006/main">
              <a:ext uri="{FF2B5EF4-FFF2-40B4-BE49-F238E27FC236}">
                <a16:creationId xmlns:a16="http://schemas.microsoft.com/office/drawing/2014/main" id="{19196387-9FEC-4327-9E47-A76223C78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3371850"/>
            <a:ext cx="314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875" b="1">
                <a:solidFill>
                  <a:srgbClr val="277DC3"/>
                </a:solidFill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277DC3"/>
                </a:solidFill>
              </a:defRPr>
            </a:pPr>
            <a:r>
              <a:rPr sz="1875" b="1">
                <a:solidFill>
                  <a:srgbClr val="277DC3"/>
                </a:solidFill>
                <a:latin typeface="Microsoft YaHei"/>
                <a:ea typeface="Microsoft YaHei"/>
                <a:cs typeface="Microsoft YaHei"/>
              </a:rPr>
              <a:t>知识图谱与事实库</a:t>
            </a:r>
          </a:p>
        </p:txBody>
      </p:sp>
      <p:sp>
        <p:nvSpPr>
          <p:cNvPr id="15" name="事实版本与可追溯证据">
            <a:extLst xmlns:a="http://schemas.openxmlformats.org/drawingml/2006/main">
              <a:ext uri="{FF2B5EF4-FFF2-40B4-BE49-F238E27FC236}">
                <a16:creationId xmlns:a16="http://schemas.microsoft.com/office/drawing/2014/main" id="{2F03A8F6-E63F-4C6F-ACBD-BEA67165A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3800475"/>
            <a:ext cx="31051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575" b="0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ctr">
              <a:defRPr sz="1575" b="0">
                <a:solidFill>
                  <a:srgbClr val="233E54"/>
                </a:solidFill>
              </a:defRPr>
            </a:pPr>
            <a:r>
              <a:rPr sz="1575" b="0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事实版本与可追溯证据</a:t>
            </a:r>
          </a:p>
        </p:txBody>
      </p:sp>
      <p:sp>
        <p:nvSpPr>
          <p:cNvPr id="16" name="boundary">
            <a:extLst xmlns:a="http://schemas.openxmlformats.org/drawingml/2006/main">
              <a:ext uri="{FF2B5EF4-FFF2-40B4-BE49-F238E27FC236}">
                <a16:creationId xmlns:a16="http://schemas.microsoft.com/office/drawing/2014/main" id="{8A58D955-DB0A-452E-8708-DDC5C5626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2860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7" name="boundary">
            <a:extLst xmlns:a="http://schemas.openxmlformats.org/drawingml/2006/main">
              <a:ext uri="{FF2B5EF4-FFF2-40B4-BE49-F238E27FC236}">
                <a16:creationId xmlns:a16="http://schemas.microsoft.com/office/drawing/2014/main" id="{E7BD5C3B-F5E3-4D47-A9FB-E2FE957C2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2860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9" name="归并后的事件">
            <a:extLst xmlns:a="http://schemas.openxmlformats.org/drawingml/2006/main">
              <a:ext uri="{FF2B5EF4-FFF2-40B4-BE49-F238E27FC236}">
                <a16:creationId xmlns:a16="http://schemas.microsoft.com/office/drawing/2014/main" id="{0B76CF44-2FB4-4D81-9A92-297DA45BD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819275"/>
            <a:ext cx="3238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650" b="0">
                <a:solidFill>
                  <a:srgbClr val="277DC3"/>
                </a:solidFill>
              </a:defRPr>
            </a:defPPr>
          </a:lstStyle>
          <a:p xmlns:a="http://schemas.openxmlformats.org/drawingml/2006/main">
            <a:pPr algn="ctr">
              <a:defRPr sz="1650" b="0">
                <a:solidFill>
                  <a:srgbClr val="277DC3"/>
                </a:solidFill>
              </a:defRPr>
            </a:pPr>
            <a:r>
              <a:rPr sz="1650" b="0">
                <a:solidFill>
                  <a:srgbClr val="277DC3"/>
                </a:solidFill>
                <a:latin typeface="Microsoft YaHei"/>
                <a:ea typeface="Microsoft YaHei"/>
                <a:cs typeface="Microsoft YaHei"/>
              </a:rPr>
              <a:t>归并后的事件</a:t>
            </a:r>
          </a:p>
        </p:txBody>
      </p:sp>
      <p:sp>
        <p:nvSpPr>
          <p:cNvPr id="20" name="boundary">
            <a:extLst xmlns:a="http://schemas.openxmlformats.org/drawingml/2006/main">
              <a:ext uri="{FF2B5EF4-FFF2-40B4-BE49-F238E27FC236}">
                <a16:creationId xmlns:a16="http://schemas.microsoft.com/office/drawing/2014/main" id="{3126020C-9024-47F4-ACCF-8CE621E0E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34290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1" name="boundary">
            <a:extLst xmlns:a="http://schemas.openxmlformats.org/drawingml/2006/main">
              <a:ext uri="{FF2B5EF4-FFF2-40B4-BE49-F238E27FC236}">
                <a16:creationId xmlns:a16="http://schemas.microsoft.com/office/drawing/2014/main" id="{82D95715-18F8-4FBC-8FBF-50C9FBC71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62484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3" name="boundary">
            <a:extLst xmlns:a="http://schemas.openxmlformats.org/drawingml/2006/main">
              <a:ext uri="{FF2B5EF4-FFF2-40B4-BE49-F238E27FC236}">
                <a16:creationId xmlns:a16="http://schemas.microsoft.com/office/drawing/2014/main" id="{2E4CB2B9-0355-4D10-8155-E9F60ADC2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62484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4" name="boundary">
            <a:extLst xmlns:a="http://schemas.openxmlformats.org/drawingml/2006/main">
              <a:ext uri="{FF2B5EF4-FFF2-40B4-BE49-F238E27FC236}">
                <a16:creationId xmlns:a16="http://schemas.microsoft.com/office/drawing/2014/main" id="{A152E472-364B-4BE0-9BD9-063AFC2FD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62484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6" name="boundary">
            <a:extLst xmlns:a="http://schemas.openxmlformats.org/drawingml/2006/main">
              <a:ext uri="{FF2B5EF4-FFF2-40B4-BE49-F238E27FC236}">
                <a16:creationId xmlns:a16="http://schemas.microsoft.com/office/drawing/2014/main" id="{FCED5638-9FE9-436B-A8C3-69225672E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62484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7" name="boundary">
            <a:extLst xmlns:a="http://schemas.openxmlformats.org/drawingml/2006/main">
              <a:ext uri="{FF2B5EF4-FFF2-40B4-BE49-F238E27FC236}">
                <a16:creationId xmlns:a16="http://schemas.microsoft.com/office/drawing/2014/main" id="{AA8C063C-5428-443A-B196-3DECF0D33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62484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9" name="boundary">
            <a:extLst xmlns:a="http://schemas.openxmlformats.org/drawingml/2006/main">
              <a:ext uri="{FF2B5EF4-FFF2-40B4-BE49-F238E27FC236}">
                <a16:creationId xmlns:a16="http://schemas.microsoft.com/office/drawing/2014/main" id="{192D4997-9252-44DF-A2F3-03537F071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62484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30" name="boundary">
            <a:extLst xmlns:a="http://schemas.openxmlformats.org/drawingml/2006/main">
              <a:ext uri="{FF2B5EF4-FFF2-40B4-BE49-F238E27FC236}">
                <a16:creationId xmlns:a16="http://schemas.microsoft.com/office/drawing/2014/main" id="{60C7D630-5A7C-42B7-A74E-44B536EDA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34290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35" name="Critic 校验">
            <a:extLst xmlns:a="http://schemas.openxmlformats.org/drawingml/2006/main">
              <a:ext uri="{FF2B5EF4-FFF2-40B4-BE49-F238E27FC236}">
                <a16:creationId xmlns:a16="http://schemas.microsoft.com/office/drawing/2014/main" id="{FC22303F-7D02-4584-89D3-25F7D1915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1190625"/>
            <a:ext cx="333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2025" b="1">
                <a:solidFill>
                  <a:srgbClr val="547D45"/>
                </a:solidFill>
              </a:defRPr>
            </a:defPPr>
          </a:lstStyle>
          <a:p xmlns:a="http://schemas.openxmlformats.org/drawingml/2006/main">
            <a:pPr algn="ctr">
              <a:defRPr sz="2025" b="1">
                <a:solidFill>
                  <a:srgbClr val="547D45"/>
                </a:solidFill>
              </a:defRPr>
            </a:pPr>
            <a:r>
              <a:rPr sz="2025" b="1">
                <a:solidFill>
                  <a:srgbClr val="547D45"/>
                </a:solidFill>
                <a:latin typeface="Microsoft YaHei"/>
                <a:ea typeface="Microsoft YaHei"/>
                <a:cs typeface="Microsoft YaHei"/>
              </a:rPr>
              <a:t>Critic 校验</a:t>
            </a:r>
          </a:p>
        </p:txBody>
      </p:sp>
      <p:sp>
        <p:nvSpPr>
          <p:cNvPr id="36" name="版本自查">
            <a:extLst xmlns:a="http://schemas.openxmlformats.org/drawingml/2006/main">
              <a:ext uri="{FF2B5EF4-FFF2-40B4-BE49-F238E27FC236}">
                <a16:creationId xmlns:a16="http://schemas.microsoft.com/office/drawing/2014/main" id="{EA9791D3-E6E6-4038-98E6-F55C74318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4686300"/>
            <a:ext cx="16764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875" b="1">
                <a:solidFill>
                  <a:srgbClr val="245D8F"/>
                </a:solidFill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245D8F"/>
                </a:solidFill>
              </a:defRPr>
            </a:pPr>
            <a:r>
              <a:rPr sz="1875" b="1">
                <a:solidFill>
                  <a:srgbClr val="245D8F"/>
                </a:solidFill>
                <a:latin typeface="Microsoft YaHei"/>
                <a:ea typeface="Microsoft YaHei"/>
                <a:cs typeface="Microsoft YaHei"/>
              </a:rPr>
              <a:t>版本自查</a:t>
            </a:r>
          </a:p>
        </p:txBody>
      </p:sp>
      <p:sp>
        <p:nvSpPr>
          <p:cNvPr id="37" name="MCP 开放">
            <a:extLst xmlns:a="http://schemas.openxmlformats.org/drawingml/2006/main">
              <a:ext uri="{FF2B5EF4-FFF2-40B4-BE49-F238E27FC236}">
                <a16:creationId xmlns:a16="http://schemas.microsoft.com/office/drawing/2014/main" id="{C1A5DFF2-9D29-4FA1-95F7-1F509FE02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4686300"/>
            <a:ext cx="16764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875" b="1">
                <a:solidFill>
                  <a:srgbClr val="245D8F"/>
                </a:solidFill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245D8F"/>
                </a:solidFill>
              </a:defRPr>
            </a:pPr>
            <a:r>
              <a:rPr sz="1875" b="1">
                <a:solidFill>
                  <a:srgbClr val="245D8F"/>
                </a:solidFill>
                <a:latin typeface="Microsoft YaHei"/>
                <a:ea typeface="Microsoft YaHei"/>
                <a:cs typeface="Microsoft YaHei"/>
              </a:rPr>
              <a:t>MCP 开放</a:t>
            </a:r>
          </a:p>
        </p:txBody>
      </p:sp>
      <p:sp>
        <p:nvSpPr>
          <p:cNvPr id="38" name="时效可观测贯穿发现、富化、校验与服务">
            <a:extLst xmlns:a="http://schemas.openxmlformats.org/drawingml/2006/main">
              <a:ext uri="{FF2B5EF4-FFF2-40B4-BE49-F238E27FC236}">
                <a16:creationId xmlns:a16="http://schemas.microsoft.com/office/drawing/2014/main" id="{4363C103-4846-4A7C-9F09-CBCF8A1B8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7353300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350" b="0">
                <a:solidFill>
                  <a:srgbClr val="657D8E"/>
                </a:solidFill>
              </a:defRPr>
            </a:defPPr>
          </a:lstStyle>
          <a:p xmlns:a="http://schemas.openxmlformats.org/drawingml/2006/main">
            <a:pPr algn="ctr">
              <a:defRPr sz="1350" b="0">
                <a:solidFill>
                  <a:srgbClr val="657D8E"/>
                </a:solidFill>
              </a:defRPr>
            </a:pPr>
            <a:r>
              <a:rPr sz="1350" b="0">
                <a:solidFill>
                  <a:srgbClr val="657D8E"/>
                </a:solidFill>
                <a:latin typeface="Microsoft YaHei"/>
                <a:ea typeface="Microsoft YaHei"/>
                <a:cs typeface="Microsoft YaHei"/>
              </a:rPr>
              <a:t>时效可观测贯穿发现、富化、校验与服务</a:t>
            </a:r>
          </a:p>
        </p:txBody>
      </p:sp>
    </p:spTree>
    <p:extLst>
      <p:ext uri="{BB962C8B-B14F-4D97-AF65-F5344CB8AC3E}">
        <p14:creationId xmlns:p14="http://schemas.microsoft.com/office/powerpoint/2010/main" val="134139417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B59F2DA-7768-4E0E-9607-9FEC7227FE7A}"/>
              </a:ext>
            </a:extLst>
          </p:cNvPr>
          <p:cNvCxnSpPr>
            <a:stCxn xmlns:a="http://schemas.openxmlformats.org/drawingml/2006/main" id="15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1382078" y="4096227"/>
            <a:ext cx="8666797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277DC3"/>
            </a:solidFill>
            <a:prstDash val="solid"/>
          </a:ln>
        </p:spPr>
      </p:cxnSp>
      <p:cxnSp>
        <p:nvCxn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2594DB7-ACA7-4C46-8483-B1EA9BD13FDF}"/>
              </a:ext>
            </a:extLst>
          </p:cNvPr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9166225" y="1914525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277DC3"/>
            </a:solidFill>
            <a:prstDash val="solid"/>
            <a:tailEnd type="triangle" w="sm" len="sm"/>
          </a:ln>
        </p:spPr>
      </p:cxnSp>
      <p:cxnSp>
        <p:nvCxn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6493412-8ACD-4CAD-B052-E53CAD8F847E}"/>
              </a:ext>
            </a:extLst>
          </p:cNvPr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7378700" y="1914525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277DC3"/>
            </a:solidFill>
            <a:prstDash val="solid"/>
            <a:tailEnd type="triangle" w="sm" len="sm"/>
          </a:ln>
        </p:spPr>
      </p:cxnSp>
      <p:cxnSp>
        <p:nvCxn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9FA8F9C-5EF0-4934-B228-808534D54CAF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5591175" y="1914525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277DC3"/>
            </a:solidFill>
            <a:prstDash val="solid"/>
            <a:tailEnd type="triangle" w="sm" len="sm"/>
          </a:ln>
        </p:spPr>
      </p:cxnSp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D735F59-AE5E-464A-9186-CABB142ACE5D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3803650" y="1914525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277DC3"/>
            </a:solidFill>
            <a:prstDash val="solid"/>
            <a:tailEnd type="triangle" w="sm" len="sm"/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A28B0CC-37C3-4997-B3B6-61563A85A4B1}"/>
              </a:ext>
            </a:extLst>
          </p:cNvPr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2016125" y="1914525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277DC3"/>
            </a:solidFill>
            <a:prstDash val="solid"/>
            <a:tailEnd type="triangle" w="sm" len="sm"/>
          </a:ln>
        </p:spPr>
      </p:cxnSp>
      <p:sp>
        <p:nvSpPr>
          <p:cNvPr id="37" name="F-03">
            <a:extLst xmlns:a="http://schemas.openxmlformats.org/drawingml/2006/main">
              <a:ext uri="{FF2B5EF4-FFF2-40B4-BE49-F238E27FC236}">
                <a16:creationId xmlns:a16="http://schemas.microsoft.com/office/drawing/2014/main" id="{1EE51486-597E-4488-872B-D4A9C6171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9075"/>
            <a:ext cx="95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l">
              <a:defRPr sz="1650" b="1">
                <a:solidFill>
                  <a:srgbClr val="277DC3"/>
                </a:solidFill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277DC3"/>
                </a:solidFill>
              </a:defRPr>
            </a:pPr>
            <a:r>
              <a:rPr sz="1650" b="1">
                <a:solidFill>
                  <a:srgbClr val="277DC3"/>
                </a:solidFill>
                <a:latin typeface="Microsoft YaHei"/>
                <a:ea typeface="Microsoft YaHei"/>
                <a:cs typeface="Microsoft YaHei"/>
              </a:rPr>
              <a:t>F-03</a:t>
            </a:r>
          </a:p>
        </p:txBody>
      </p:sp>
      <p:sp>
        <p:nvSpPr>
          <p:cNvPr id="2" name="端到端数据流与阶段时间戳">
            <a:extLst xmlns:a="http://schemas.openxmlformats.org/drawingml/2006/main">
              <a:ext uri="{FF2B5EF4-FFF2-40B4-BE49-F238E27FC236}">
                <a16:creationId xmlns:a16="http://schemas.microsoft.com/office/drawing/2014/main" id="{82E5BCA9-0702-435B-A3E8-AF55B582C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152400"/>
            <a:ext cx="9525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l">
              <a:defRPr sz="2400" b="1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233E54"/>
                </a:solidFill>
              </a:defRPr>
            </a:pPr>
            <a:r>
              <a:rPr sz="2400" b="1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端到端数据流与阶段时间戳</a:t>
            </a:r>
          </a:p>
        </p:txBody>
      </p:sp>
      <p:sp>
        <p:nvSpPr>
          <p:cNvPr id="3" name="boundary">
            <a:extLst xmlns:a="http://schemas.openxmlformats.org/drawingml/2006/main">
              <a:ext uri="{FF2B5EF4-FFF2-40B4-BE49-F238E27FC236}">
                <a16:creationId xmlns:a16="http://schemas.microsoft.com/office/drawing/2014/main" id="{B8F07E8C-E193-49E2-A265-9F9D4E178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28675"/>
            <a:ext cx="10515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C4D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采集">
            <a:extLst xmlns:a="http://schemas.openxmlformats.org/drawingml/2006/main">
              <a:ext uri="{FF2B5EF4-FFF2-40B4-BE49-F238E27FC236}">
                <a16:creationId xmlns:a16="http://schemas.microsoft.com/office/drawing/2014/main" id="{B0C8BE90-7E0D-46A6-A239-0BDDEF397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466850"/>
            <a:ext cx="1539875" cy="895350"/>
          </a:xfrm>
          <a:prstGeom xmlns:a="http://schemas.openxmlformats.org/drawingml/2006/main" prst="roundRect">
            <a:avLst>
              <a:gd name="adj" fmla="val 12766"/>
            </a:avLst>
          </a:prstGeom>
          <a:solidFill xmlns:a="http://schemas.openxmlformats.org/drawingml/2006/main">
            <a:srgbClr val="EAF4FC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800" b="1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ctr">
              <a:defRPr sz="1800" b="1">
                <a:solidFill>
                  <a:srgbClr val="233E54"/>
                </a:solidFill>
              </a:defRPr>
            </a:pPr>
            <a:r>
              <a:rPr sz="1800" b="1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采集</a:t>
            </a:r>
          </a:p>
        </p:txBody>
      </p:sp>
      <p:sp>
        <p:nvSpPr>
          <p:cNvPr id="5" name="归一">
            <a:extLst xmlns:a="http://schemas.openxmlformats.org/drawingml/2006/main">
              <a:ext uri="{FF2B5EF4-FFF2-40B4-BE49-F238E27FC236}">
                <a16:creationId xmlns:a16="http://schemas.microsoft.com/office/drawing/2014/main" id="{92CB3466-7B9B-4E5A-BD3A-CA9028520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3775" y="1466850"/>
            <a:ext cx="1539875" cy="895350"/>
          </a:xfrm>
          <a:prstGeom xmlns:a="http://schemas.openxmlformats.org/drawingml/2006/main" prst="roundRect">
            <a:avLst>
              <a:gd name="adj" fmla="val 12766"/>
            </a:avLst>
          </a:prstGeom>
          <a:solidFill xmlns:a="http://schemas.openxmlformats.org/drawingml/2006/main">
            <a:srgbClr val="EAF4FC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800" b="1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ctr">
              <a:defRPr sz="1800" b="1">
                <a:solidFill>
                  <a:srgbClr val="233E54"/>
                </a:solidFill>
              </a:defRPr>
            </a:pPr>
            <a:r>
              <a:rPr sz="1800" b="1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归一</a:t>
            </a:r>
          </a:p>
        </p:txBody>
      </p:sp>
      <p:sp>
        <p:nvSpPr>
          <p:cNvPr id="6" name="富化">
            <a:extLst xmlns:a="http://schemas.openxmlformats.org/drawingml/2006/main">
              <a:ext uri="{FF2B5EF4-FFF2-40B4-BE49-F238E27FC236}">
                <a16:creationId xmlns:a16="http://schemas.microsoft.com/office/drawing/2014/main" id="{4C502B9F-D7E0-4D0F-BABD-D2CBFC150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1300" y="1466850"/>
            <a:ext cx="1539875" cy="895350"/>
          </a:xfrm>
          <a:prstGeom xmlns:a="http://schemas.openxmlformats.org/drawingml/2006/main" prst="roundRect">
            <a:avLst>
              <a:gd name="adj" fmla="val 12766"/>
            </a:avLst>
          </a:prstGeom>
          <a:solidFill xmlns:a="http://schemas.openxmlformats.org/drawingml/2006/main">
            <a:srgbClr val="EAF4FC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800" b="1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ctr">
              <a:defRPr sz="1800" b="1">
                <a:solidFill>
                  <a:srgbClr val="233E54"/>
                </a:solidFill>
              </a:defRPr>
            </a:pPr>
            <a:r>
              <a:rPr sz="1800" b="1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富化</a:t>
            </a:r>
          </a:p>
        </p:txBody>
      </p:sp>
      <p:sp>
        <p:nvSpPr>
          <p:cNvPr id="7" name="校验">
            <a:extLst xmlns:a="http://schemas.openxmlformats.org/drawingml/2006/main">
              <a:ext uri="{FF2B5EF4-FFF2-40B4-BE49-F238E27FC236}">
                <a16:creationId xmlns:a16="http://schemas.microsoft.com/office/drawing/2014/main" id="{A65B21E0-5EA9-4D4D-9DAC-B6CCEA2A2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38825" y="1466850"/>
            <a:ext cx="1539875" cy="895350"/>
          </a:xfrm>
          <a:prstGeom xmlns:a="http://schemas.openxmlformats.org/drawingml/2006/main" prst="roundRect">
            <a:avLst>
              <a:gd name="adj" fmla="val 12766"/>
            </a:avLst>
          </a:prstGeom>
          <a:solidFill xmlns:a="http://schemas.openxmlformats.org/drawingml/2006/main">
            <a:srgbClr val="EAF4FC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800" b="1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ctr">
              <a:defRPr sz="1800" b="1">
                <a:solidFill>
                  <a:srgbClr val="233E54"/>
                </a:solidFill>
              </a:defRPr>
            </a:pPr>
            <a:r>
              <a:rPr sz="1800" b="1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校验</a:t>
            </a:r>
          </a:p>
        </p:txBody>
      </p:sp>
      <p:sp>
        <p:nvSpPr>
          <p:cNvPr id="8" name="存储">
            <a:extLst xmlns:a="http://schemas.openxmlformats.org/drawingml/2006/main">
              <a:ext uri="{FF2B5EF4-FFF2-40B4-BE49-F238E27FC236}">
                <a16:creationId xmlns:a16="http://schemas.microsoft.com/office/drawing/2014/main" id="{01D9F52D-CBFF-4165-89BA-09EC4CA6D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6350" y="1466850"/>
            <a:ext cx="1539875" cy="895350"/>
          </a:xfrm>
          <a:prstGeom xmlns:a="http://schemas.openxmlformats.org/drawingml/2006/main" prst="roundRect">
            <a:avLst>
              <a:gd name="adj" fmla="val 12766"/>
            </a:avLst>
          </a:prstGeom>
          <a:solidFill xmlns:a="http://schemas.openxmlformats.org/drawingml/2006/main">
            <a:srgbClr val="EAF4FC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800" b="1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ctr">
              <a:defRPr sz="1800" b="1">
                <a:solidFill>
                  <a:srgbClr val="233E54"/>
                </a:solidFill>
              </a:defRPr>
            </a:pPr>
            <a:r>
              <a:rPr sz="1800" b="1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存储</a:t>
            </a:r>
          </a:p>
        </p:txBody>
      </p:sp>
      <p:sp>
        <p:nvSpPr>
          <p:cNvPr id="9" name="服务">
            <a:extLst xmlns:a="http://schemas.openxmlformats.org/drawingml/2006/main">
              <a:ext uri="{FF2B5EF4-FFF2-40B4-BE49-F238E27FC236}">
                <a16:creationId xmlns:a16="http://schemas.microsoft.com/office/drawing/2014/main" id="{65A54DA4-06B8-47BA-9645-55A16E8A7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3875" y="1466850"/>
            <a:ext cx="1539875" cy="895350"/>
          </a:xfrm>
          <a:prstGeom xmlns:a="http://schemas.openxmlformats.org/drawingml/2006/main" prst="roundRect">
            <a:avLst>
              <a:gd name="adj" fmla="val 12766"/>
            </a:avLst>
          </a:prstGeom>
          <a:solidFill xmlns:a="http://schemas.openxmlformats.org/drawingml/2006/main">
            <a:srgbClr val="EAF4FC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800" b="1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ctr">
              <a:defRPr sz="1800" b="1">
                <a:solidFill>
                  <a:srgbClr val="233E54"/>
                </a:solidFill>
              </a:defRPr>
            </a:pPr>
            <a:r>
              <a:rPr sz="1800" b="1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服务</a:t>
            </a:r>
          </a:p>
        </p:txBody>
      </p:sp>
      <p:sp>
        <p:nvSpPr>
          <p:cNvPr id="15" name="boundary">
            <a:extLst xmlns:a="http://schemas.openxmlformats.org/drawingml/2006/main">
              <a:ext uri="{FF2B5EF4-FFF2-40B4-BE49-F238E27FC236}">
                <a16:creationId xmlns:a16="http://schemas.microsoft.com/office/drawing/2014/main" id="{33D99AA4-793C-47AD-8041-F2CADC2E9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0957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6" name="boundary">
            <a:extLst xmlns:a="http://schemas.openxmlformats.org/drawingml/2006/main">
              <a:ext uri="{FF2B5EF4-FFF2-40B4-BE49-F238E27FC236}">
                <a16:creationId xmlns:a16="http://schemas.microsoft.com/office/drawing/2014/main" id="{4CA5877D-715E-40AA-9F0A-4023F4EC1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875" y="40957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8" name="boundary">
            <a:extLst xmlns:a="http://schemas.openxmlformats.org/drawingml/2006/main">
              <a:ext uri="{FF2B5EF4-FFF2-40B4-BE49-F238E27FC236}">
                <a16:creationId xmlns:a16="http://schemas.microsoft.com/office/drawing/2014/main" id="{55D3A264-6B19-443C-9A9D-3A2C8E022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01002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7DC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来源发布">
            <a:extLst xmlns:a="http://schemas.openxmlformats.org/drawingml/2006/main">
              <a:ext uri="{FF2B5EF4-FFF2-40B4-BE49-F238E27FC236}">
                <a16:creationId xmlns:a16="http://schemas.microsoft.com/office/drawing/2014/main" id="{B0AB222A-1DEA-4E6F-BF6D-53C6905AB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3429000"/>
            <a:ext cx="1828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875" b="1">
                <a:solidFill>
                  <a:srgbClr val="245D8F"/>
                </a:solidFill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245D8F"/>
                </a:solidFill>
              </a:defRPr>
            </a:pPr>
            <a:r>
              <a:rPr sz="1875" b="1">
                <a:solidFill>
                  <a:srgbClr val="245D8F"/>
                </a:solidFill>
                <a:latin typeface="Microsoft YaHei"/>
                <a:ea typeface="Microsoft YaHei"/>
                <a:cs typeface="Microsoft YaHei"/>
              </a:rPr>
              <a:t>来源发布</a:t>
            </a:r>
          </a:p>
        </p:txBody>
      </p:sp>
      <p:sp>
        <p:nvSpPr>
          <p:cNvPr id="20" name="boundary">
            <a:extLst xmlns:a="http://schemas.openxmlformats.org/drawingml/2006/main">
              <a:ext uri="{FF2B5EF4-FFF2-40B4-BE49-F238E27FC236}">
                <a16:creationId xmlns:a16="http://schemas.microsoft.com/office/drawing/2014/main" id="{B902F239-4DAB-4597-83D0-71A523110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8525" y="401002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7DC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首次发现">
            <a:extLst xmlns:a="http://schemas.openxmlformats.org/drawingml/2006/main">
              <a:ext uri="{FF2B5EF4-FFF2-40B4-BE49-F238E27FC236}">
                <a16:creationId xmlns:a16="http://schemas.microsoft.com/office/drawing/2014/main" id="{41F72814-5379-444B-9280-87862E0B5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3429000"/>
            <a:ext cx="1828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875" b="1">
                <a:solidFill>
                  <a:srgbClr val="245D8F"/>
                </a:solidFill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245D8F"/>
                </a:solidFill>
              </a:defRPr>
            </a:pPr>
            <a:r>
              <a:rPr sz="1875" b="1">
                <a:solidFill>
                  <a:srgbClr val="245D8F"/>
                </a:solidFill>
                <a:latin typeface="Microsoft YaHei"/>
                <a:ea typeface="Microsoft YaHei"/>
                <a:cs typeface="Microsoft YaHei"/>
              </a:rPr>
              <a:t>首次发现</a:t>
            </a:r>
          </a:p>
        </p:txBody>
      </p:sp>
      <p:sp>
        <p:nvSpPr>
          <p:cNvPr id="22" name="boundary">
            <a:extLst xmlns:a="http://schemas.openxmlformats.org/drawingml/2006/main">
              <a:ext uri="{FF2B5EF4-FFF2-40B4-BE49-F238E27FC236}">
                <a16:creationId xmlns:a16="http://schemas.microsoft.com/office/drawing/2014/main" id="{53AF456C-9D9E-407A-8FA6-8A91F93CD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401002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7DC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完成归一">
            <a:extLst xmlns:a="http://schemas.openxmlformats.org/drawingml/2006/main">
              <a:ext uri="{FF2B5EF4-FFF2-40B4-BE49-F238E27FC236}">
                <a16:creationId xmlns:a16="http://schemas.microsoft.com/office/drawing/2014/main" id="{3DA72A94-A9F4-4E9A-8171-2FB6D434A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3429000"/>
            <a:ext cx="1828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875" b="1">
                <a:solidFill>
                  <a:srgbClr val="245D8F"/>
                </a:solidFill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245D8F"/>
                </a:solidFill>
              </a:defRPr>
            </a:pPr>
            <a:r>
              <a:rPr sz="1875" b="1">
                <a:solidFill>
                  <a:srgbClr val="245D8F"/>
                </a:solidFill>
                <a:latin typeface="Microsoft YaHei"/>
                <a:ea typeface="Microsoft YaHei"/>
                <a:cs typeface="Microsoft YaHei"/>
              </a:rPr>
              <a:t>完成归一</a:t>
            </a:r>
          </a:p>
        </p:txBody>
      </p:sp>
      <p:sp>
        <p:nvSpPr>
          <p:cNvPr id="24" name="boundary">
            <a:extLst xmlns:a="http://schemas.openxmlformats.org/drawingml/2006/main">
              <a:ext uri="{FF2B5EF4-FFF2-40B4-BE49-F238E27FC236}">
                <a16:creationId xmlns:a16="http://schemas.microsoft.com/office/drawing/2014/main" id="{408B54F8-5B91-45DA-9182-1176E59FF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4775" y="401002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7DC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完成富化">
            <a:extLst xmlns:a="http://schemas.openxmlformats.org/drawingml/2006/main">
              <a:ext uri="{FF2B5EF4-FFF2-40B4-BE49-F238E27FC236}">
                <a16:creationId xmlns:a16="http://schemas.microsoft.com/office/drawing/2014/main" id="{8AE0A389-B66E-44D8-8508-06631623B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429000"/>
            <a:ext cx="1828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875" b="1">
                <a:solidFill>
                  <a:srgbClr val="245D8F"/>
                </a:solidFill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245D8F"/>
                </a:solidFill>
              </a:defRPr>
            </a:pPr>
            <a:r>
              <a:rPr sz="1875" b="1">
                <a:solidFill>
                  <a:srgbClr val="245D8F"/>
                </a:solidFill>
                <a:latin typeface="Microsoft YaHei"/>
                <a:ea typeface="Microsoft YaHei"/>
                <a:cs typeface="Microsoft YaHei"/>
              </a:rPr>
              <a:t>完成富化</a:t>
            </a:r>
          </a:p>
        </p:txBody>
      </p:sp>
      <p:sp>
        <p:nvSpPr>
          <p:cNvPr id="26" name="boundary">
            <a:extLst xmlns:a="http://schemas.openxmlformats.org/drawingml/2006/main">
              <a:ext uri="{FF2B5EF4-FFF2-40B4-BE49-F238E27FC236}">
                <a16:creationId xmlns:a16="http://schemas.microsoft.com/office/drawing/2014/main" id="{B086676A-1993-48F0-B9D8-022A0293C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401002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7DC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可查询">
            <a:extLst xmlns:a="http://schemas.openxmlformats.org/drawingml/2006/main">
              <a:ext uri="{FF2B5EF4-FFF2-40B4-BE49-F238E27FC236}">
                <a16:creationId xmlns:a16="http://schemas.microsoft.com/office/drawing/2014/main" id="{2CC34FAA-BC65-43B8-B2D3-94A1938AE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4475" y="3429000"/>
            <a:ext cx="1828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875" b="1">
                <a:solidFill>
                  <a:srgbClr val="245D8F"/>
                </a:solidFill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245D8F"/>
                </a:solidFill>
              </a:defRPr>
            </a:pPr>
            <a:r>
              <a:rPr sz="1875" b="1">
                <a:solidFill>
                  <a:srgbClr val="245D8F"/>
                </a:solidFill>
                <a:latin typeface="Microsoft YaHei"/>
                <a:ea typeface="Microsoft YaHei"/>
                <a:cs typeface="Microsoft YaHei"/>
              </a:rPr>
              <a:t>可查询</a:t>
            </a:r>
          </a:p>
        </p:txBody>
      </p:sp>
      <p:sp>
        <p:nvSpPr>
          <p:cNvPr id="28" name="source_published_at">
            <a:extLst xmlns:a="http://schemas.openxmlformats.org/drawingml/2006/main">
              <a:ext uri="{FF2B5EF4-FFF2-40B4-BE49-F238E27FC236}">
                <a16:creationId xmlns:a16="http://schemas.microsoft.com/office/drawing/2014/main" id="{9161015C-555B-439B-816B-D821B18EC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" y="4362450"/>
            <a:ext cx="21336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350" b="0">
                <a:solidFill>
                  <a:srgbClr val="657D8E"/>
                </a:solidFill>
              </a:defRPr>
            </a:defPPr>
          </a:lstStyle>
          <a:p xmlns:a="http://schemas.openxmlformats.org/drawingml/2006/main">
            <a:pPr algn="ctr">
              <a:defRPr sz="1350" b="0">
                <a:solidFill>
                  <a:srgbClr val="657D8E"/>
                </a:solidFill>
              </a:defRPr>
            </a:pPr>
            <a:r>
              <a:rPr sz="1350" b="0">
                <a:solidFill>
                  <a:srgbClr val="657D8E"/>
                </a:solidFill>
                <a:latin typeface="Microsoft YaHei"/>
                <a:ea typeface="Microsoft YaHei"/>
                <a:cs typeface="Microsoft YaHei"/>
              </a:rPr>
              <a:t>source_published_at</a:t>
            </a:r>
          </a:p>
        </p:txBody>
      </p:sp>
      <p:sp>
        <p:nvSpPr>
          <p:cNvPr id="29" name="first_seen_at">
            <a:extLst xmlns:a="http://schemas.openxmlformats.org/drawingml/2006/main">
              <a:ext uri="{FF2B5EF4-FFF2-40B4-BE49-F238E27FC236}">
                <a16:creationId xmlns:a16="http://schemas.microsoft.com/office/drawing/2014/main" id="{88A4E167-8C84-4286-843A-C030875AB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4362450"/>
            <a:ext cx="21336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350" b="0">
                <a:solidFill>
                  <a:srgbClr val="657D8E"/>
                </a:solidFill>
              </a:defRPr>
            </a:defPPr>
          </a:lstStyle>
          <a:p xmlns:a="http://schemas.openxmlformats.org/drawingml/2006/main">
            <a:pPr algn="ctr">
              <a:defRPr sz="1350" b="0">
                <a:solidFill>
                  <a:srgbClr val="657D8E"/>
                </a:solidFill>
              </a:defRPr>
            </a:pPr>
            <a:r>
              <a:rPr sz="1350" b="0">
                <a:solidFill>
                  <a:srgbClr val="657D8E"/>
                </a:solidFill>
                <a:latin typeface="Microsoft YaHei"/>
                <a:ea typeface="Microsoft YaHei"/>
                <a:cs typeface="Microsoft YaHei"/>
              </a:rPr>
              <a:t>first_seen_at</a:t>
            </a:r>
          </a:p>
        </p:txBody>
      </p:sp>
      <p:sp>
        <p:nvSpPr>
          <p:cNvPr id="30" name="normalized_at">
            <a:extLst xmlns:a="http://schemas.openxmlformats.org/drawingml/2006/main">
              <a:ext uri="{FF2B5EF4-FFF2-40B4-BE49-F238E27FC236}">
                <a16:creationId xmlns:a16="http://schemas.microsoft.com/office/drawing/2014/main" id="{E785F95D-58DE-4EDC-BC14-E914F7453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4362450"/>
            <a:ext cx="21336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350" b="0">
                <a:solidFill>
                  <a:srgbClr val="657D8E"/>
                </a:solidFill>
              </a:defRPr>
            </a:defPPr>
          </a:lstStyle>
          <a:p xmlns:a="http://schemas.openxmlformats.org/drawingml/2006/main">
            <a:pPr algn="ctr">
              <a:defRPr sz="1350" b="0">
                <a:solidFill>
                  <a:srgbClr val="657D8E"/>
                </a:solidFill>
              </a:defRPr>
            </a:pPr>
            <a:r>
              <a:rPr sz="1350" b="0">
                <a:solidFill>
                  <a:srgbClr val="657D8E"/>
                </a:solidFill>
                <a:latin typeface="Microsoft YaHei"/>
                <a:ea typeface="Microsoft YaHei"/>
                <a:cs typeface="Microsoft YaHei"/>
              </a:rPr>
              <a:t>normalized_at</a:t>
            </a:r>
          </a:p>
        </p:txBody>
      </p:sp>
      <p:sp>
        <p:nvSpPr>
          <p:cNvPr id="31" name="enriched_at">
            <a:extLst xmlns:a="http://schemas.openxmlformats.org/drawingml/2006/main">
              <a:ext uri="{FF2B5EF4-FFF2-40B4-BE49-F238E27FC236}">
                <a16:creationId xmlns:a16="http://schemas.microsoft.com/office/drawing/2014/main" id="{78B6DDF7-DAC3-405A-A558-E3BFE865B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362450"/>
            <a:ext cx="21336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350" b="0">
                <a:solidFill>
                  <a:srgbClr val="657D8E"/>
                </a:solidFill>
              </a:defRPr>
            </a:defPPr>
          </a:lstStyle>
          <a:p xmlns:a="http://schemas.openxmlformats.org/drawingml/2006/main">
            <a:pPr algn="ctr">
              <a:defRPr sz="1350" b="0">
                <a:solidFill>
                  <a:srgbClr val="657D8E"/>
                </a:solidFill>
              </a:defRPr>
            </a:pPr>
            <a:r>
              <a:rPr sz="1350" b="0">
                <a:solidFill>
                  <a:srgbClr val="657D8E"/>
                </a:solidFill>
                <a:latin typeface="Microsoft YaHei"/>
                <a:ea typeface="Microsoft YaHei"/>
                <a:cs typeface="Microsoft YaHei"/>
              </a:rPr>
              <a:t>enriched_at</a:t>
            </a:r>
          </a:p>
        </p:txBody>
      </p:sp>
      <p:sp>
        <p:nvSpPr>
          <p:cNvPr id="32" name="queryable_at">
            <a:extLst xmlns:a="http://schemas.openxmlformats.org/drawingml/2006/main">
              <a:ext uri="{FF2B5EF4-FFF2-40B4-BE49-F238E27FC236}">
                <a16:creationId xmlns:a16="http://schemas.microsoft.com/office/drawing/2014/main" id="{C0BB0CBD-C413-43AF-AD09-CE890DA90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4362450"/>
            <a:ext cx="21336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350" b="0">
                <a:solidFill>
                  <a:srgbClr val="657D8E"/>
                </a:solidFill>
              </a:defRPr>
            </a:defPPr>
          </a:lstStyle>
          <a:p xmlns:a="http://schemas.openxmlformats.org/drawingml/2006/main">
            <a:pPr algn="ctr">
              <a:defRPr sz="1350" b="0">
                <a:solidFill>
                  <a:srgbClr val="657D8E"/>
                </a:solidFill>
              </a:defRPr>
            </a:pPr>
            <a:r>
              <a:rPr sz="1350" b="0">
                <a:solidFill>
                  <a:srgbClr val="657D8E"/>
                </a:solidFill>
                <a:latin typeface="Microsoft YaHei"/>
                <a:ea typeface="Microsoft YaHei"/>
                <a:cs typeface="Microsoft YaHei"/>
              </a:rPr>
              <a:t>queryable_at</a:t>
            </a:r>
          </a:p>
        </p:txBody>
      </p:sp>
      <p:sp>
        <p:nvSpPr>
          <p:cNvPr id="33" name="采集时延">
            <a:extLst xmlns:a="http://schemas.openxmlformats.org/drawingml/2006/main">
              <a:ext uri="{FF2B5EF4-FFF2-40B4-BE49-F238E27FC236}">
                <a16:creationId xmlns:a16="http://schemas.microsoft.com/office/drawing/2014/main" id="{BDE44523-27B7-4DCE-95F0-24D1D3E64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19700"/>
            <a:ext cx="2286000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EAF4FC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725" b="1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ctr">
              <a:defRPr sz="1725" b="1">
                <a:solidFill>
                  <a:srgbClr val="233E54"/>
                </a:solidFill>
              </a:defRPr>
            </a:pPr>
            <a:r>
              <a:rPr sz="1725" b="1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采集时延</a:t>
            </a:r>
          </a:p>
        </p:txBody>
      </p:sp>
      <p:sp>
        <p:nvSpPr>
          <p:cNvPr id="34" name="处理时延">
            <a:extLst xmlns:a="http://schemas.openxmlformats.org/drawingml/2006/main">
              <a:ext uri="{FF2B5EF4-FFF2-40B4-BE49-F238E27FC236}">
                <a16:creationId xmlns:a16="http://schemas.microsoft.com/office/drawing/2014/main" id="{1E3F9D99-8AF9-4F8E-B4A7-7E826DEA0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5219700"/>
            <a:ext cx="7620000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E5F0DA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725" b="1">
                <a:solidFill>
                  <a:srgbClr val="547D45"/>
                </a:solidFill>
              </a:defRPr>
            </a:defPPr>
          </a:lstStyle>
          <a:p xmlns:a="http://schemas.openxmlformats.org/drawingml/2006/main">
            <a:pPr algn="ctr">
              <a:defRPr sz="1725" b="1">
                <a:solidFill>
                  <a:srgbClr val="547D45"/>
                </a:solidFill>
              </a:defRPr>
            </a:pPr>
            <a:r>
              <a:rPr sz="1725" b="1">
                <a:solidFill>
                  <a:srgbClr val="547D45"/>
                </a:solidFill>
                <a:latin typeface="Microsoft YaHei"/>
                <a:ea typeface="Microsoft YaHei"/>
                <a:cs typeface="Microsoft YaHei"/>
              </a:rPr>
              <a:t>处理时延</a:t>
            </a:r>
          </a:p>
        </p:txBody>
      </p:sp>
      <p:sp>
        <p:nvSpPr>
          <p:cNvPr id="35" name="端到端时延目标值 ≤6 h（待测）">
            <a:extLst xmlns:a="http://schemas.openxmlformats.org/drawingml/2006/main">
              <a:ext uri="{FF2B5EF4-FFF2-40B4-BE49-F238E27FC236}">
                <a16:creationId xmlns:a16="http://schemas.microsoft.com/office/drawing/2014/main" id="{8D0F9F54-53CB-4D02-B7E8-0E0EEBAD7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34125"/>
            <a:ext cx="1009650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FF1CB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2100" b="1">
                <a:solidFill>
                  <a:srgbClr val="A67A20"/>
                </a:solidFill>
              </a:defRPr>
            </a:defPPr>
          </a:lstStyle>
          <a:p xmlns:a="http://schemas.openxmlformats.org/drawingml/2006/main">
            <a:pPr algn="ctr">
              <a:defRPr sz="2100" b="1">
                <a:solidFill>
                  <a:srgbClr val="A67A20"/>
                </a:solidFill>
              </a:defRPr>
            </a:pPr>
            <a:r>
              <a:rPr sz="2100" b="1">
                <a:solidFill>
                  <a:srgbClr val="A67A20"/>
                </a:solidFill>
                <a:latin typeface="Microsoft YaHei"/>
                <a:ea typeface="Microsoft YaHei"/>
                <a:cs typeface="Microsoft YaHei"/>
              </a:rPr>
              <a:t>端到端时延目标值 ≤6 h（待测）</a:t>
            </a:r>
          </a:p>
        </p:txBody>
      </p:sp>
      <p:sp>
        <p:nvSpPr>
          <p:cNvPr id="36" name="漏洞类首次发现纳入统计；日更源单列；DEMO 不计">
            <a:extLst xmlns:a="http://schemas.openxmlformats.org/drawingml/2006/main">
              <a:ext uri="{FF2B5EF4-FFF2-40B4-BE49-F238E27FC236}">
                <a16:creationId xmlns:a16="http://schemas.microsoft.com/office/drawing/2014/main" id="{745CD968-B111-473A-98C8-AC05EEE3E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7353300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350" b="0">
                <a:solidFill>
                  <a:srgbClr val="657D8E"/>
                </a:solidFill>
              </a:defRPr>
            </a:defPPr>
          </a:lstStyle>
          <a:p xmlns:a="http://schemas.openxmlformats.org/drawingml/2006/main">
            <a:pPr algn="ctr">
              <a:defRPr sz="1350" b="0">
                <a:solidFill>
                  <a:srgbClr val="657D8E"/>
                </a:solidFill>
              </a:defRPr>
            </a:pPr>
            <a:r>
              <a:rPr sz="1350" b="0">
                <a:solidFill>
                  <a:srgbClr val="657D8E"/>
                </a:solidFill>
                <a:latin typeface="Microsoft YaHei"/>
                <a:ea typeface="Microsoft YaHei"/>
                <a:cs typeface="Microsoft YaHei"/>
              </a:rPr>
              <a:t>漏洞类首次发现纳入统计；日更源单列；DEMO 不计</a:t>
            </a:r>
          </a:p>
        </p:txBody>
      </p:sp>
    </p:spTree>
    <p:extLst>
      <p:ext uri="{BB962C8B-B14F-4D97-AF65-F5344CB8AC3E}">
        <p14:creationId xmlns:p14="http://schemas.microsoft.com/office/powerpoint/2010/main" val="153415351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766831DE-11DB-4BCA-93C3-194F5DB8625C}"/>
              </a:ext>
            </a:extLst>
          </p:cNvPr>
          <p:cNvCxnSpPr>
            <a:stCxn xmlns:a="http://schemas.openxmlformats.org/drawingml/2006/main" id="72" idx="3"/>
            <a:endCxn xmlns:a="http://schemas.openxmlformats.org/drawingml/2006/main" id="73" idx="1"/>
          </p:cNvCxnSpPr>
          <p:nvPr/>
        </p:nvCxnSpPr>
        <p:spPr>
          <a:xfrm xmlns:a="http://schemas.openxmlformats.org/drawingml/2006/main">
            <a:off x="9473566" y="6458427"/>
            <a:ext cx="1251584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47D45"/>
            </a:solidFill>
            <a:prstDash val="solid"/>
            <a:tailEnd type="triangle" w="sm" len="sm"/>
          </a:ln>
        </p:spPr>
      </p:cxnSp>
      <p:cxnSp>
        <p:nvCxn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12FF0B75-6727-4504-AFAA-C2E7B8CF8827}"/>
              </a:ext>
            </a:extLst>
          </p:cNvPr>
          <p:cNvCxnSpPr>
            <a:stCxn xmlns:a="http://schemas.openxmlformats.org/drawingml/2006/main" id="68" idx="3"/>
            <a:endCxn xmlns:a="http://schemas.openxmlformats.org/drawingml/2006/main" id="69" idx="1"/>
          </p:cNvCxnSpPr>
          <p:nvPr/>
        </p:nvCxnSpPr>
        <p:spPr>
          <a:xfrm xmlns:a="http://schemas.openxmlformats.org/drawingml/2006/main">
            <a:off x="8221028" y="5934552"/>
            <a:ext cx="125158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47D45"/>
            </a:solidFill>
            <a:prstDash val="solid"/>
            <a:tailEnd type="triangle" w="sm" len="sm"/>
          </a:ln>
        </p:spPr>
      </p:cxnSp>
      <p:cxnSp>
        <p:nvCxn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2226FA9E-C608-4F48-A3E1-CE833C8E6F68}"/>
              </a:ext>
            </a:extLst>
          </p:cNvPr>
          <p:cNvCxnSpPr>
            <a:stCxn xmlns:a="http://schemas.openxmlformats.org/drawingml/2006/main" id="64" idx="3"/>
            <a:endCxn xmlns:a="http://schemas.openxmlformats.org/drawingml/2006/main" id="65" idx="1"/>
          </p:cNvCxnSpPr>
          <p:nvPr/>
        </p:nvCxnSpPr>
        <p:spPr>
          <a:xfrm xmlns:a="http://schemas.openxmlformats.org/drawingml/2006/main">
            <a:off x="6968491" y="5410677"/>
            <a:ext cx="1251584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47D45"/>
            </a:solidFill>
            <a:prstDash val="solid"/>
            <a:tailEnd type="triangle" w="sm" len="sm"/>
          </a:ln>
        </p:spPr>
      </p:cxnSp>
      <p:cxnSp>
        <p:nvCxn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5B047C61-966C-4DFD-A024-8D266249F632}"/>
              </a:ext>
            </a:extLst>
          </p:cNvPr>
          <p:cNvCxnSpPr>
            <a:stCxn xmlns:a="http://schemas.openxmlformats.org/drawingml/2006/main" id="60" idx="3"/>
            <a:endCxn xmlns:a="http://schemas.openxmlformats.org/drawingml/2006/main" id="61" idx="1"/>
          </p:cNvCxnSpPr>
          <p:nvPr/>
        </p:nvCxnSpPr>
        <p:spPr>
          <a:xfrm xmlns:a="http://schemas.openxmlformats.org/drawingml/2006/main">
            <a:off x="5715953" y="4886802"/>
            <a:ext cx="125158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77DC3"/>
            </a:solidFill>
            <a:prstDash val="solid"/>
            <a:tailEnd type="triangle" w="sm" len="sm"/>
          </a:ln>
        </p:spPr>
      </p:cxnSp>
      <p:cxnSp>
        <p:nvCxn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3BBA9BA3-03E6-4E34-B0C2-2396F5FA0CF6}"/>
              </a:ext>
            </a:extLst>
          </p:cNvPr>
          <p:cNvCxnSpPr>
            <a:stCxn xmlns:a="http://schemas.openxmlformats.org/drawingml/2006/main" id="56" idx="3"/>
            <a:endCxn xmlns:a="http://schemas.openxmlformats.org/drawingml/2006/main" id="57" idx="1"/>
          </p:cNvCxnSpPr>
          <p:nvPr/>
        </p:nvCxnSpPr>
        <p:spPr>
          <a:xfrm xmlns:a="http://schemas.openxmlformats.org/drawingml/2006/main">
            <a:off x="4463416" y="4362927"/>
            <a:ext cx="1251584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77DC3"/>
            </a:solidFill>
            <a:prstDash val="solid"/>
            <a:tailEnd type="triangle" w="sm" len="sm"/>
          </a:ln>
        </p:spPr>
      </p:cxnSp>
      <p:cxnSp>
        <p:nvCxn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247A8A06-5B1D-4DD4-A6E8-60ADAC8BAB50}"/>
              </a:ext>
            </a:extLst>
          </p:cNvPr>
          <p:cNvCxnSpPr>
            <a:stCxn xmlns:a="http://schemas.openxmlformats.org/drawingml/2006/main" id="52" idx="3"/>
            <a:endCxn xmlns:a="http://schemas.openxmlformats.org/drawingml/2006/main" id="53" idx="1"/>
          </p:cNvCxnSpPr>
          <p:nvPr/>
        </p:nvCxnSpPr>
        <p:spPr>
          <a:xfrm xmlns:a="http://schemas.openxmlformats.org/drawingml/2006/main">
            <a:off x="3210878" y="3839052"/>
            <a:ext cx="125158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77DC3"/>
            </a:solidFill>
            <a:prstDash val="solid"/>
            <a:tailEnd type="triangle" w="sm" len="sm"/>
          </a:ln>
        </p:spPr>
      </p:cxnSp>
      <p:cxnSp>
        <p:nvCxn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C9824619-78E5-4C56-836B-5E7D8A2B2072}"/>
              </a:ext>
            </a:extLst>
          </p:cNvPr>
          <p:cNvCxnSpPr>
            <a:stCxn xmlns:a="http://schemas.openxmlformats.org/drawingml/2006/main" id="48" idx="3"/>
            <a:endCxn xmlns:a="http://schemas.openxmlformats.org/drawingml/2006/main" id="49" idx="1"/>
          </p:cNvCxnSpPr>
          <p:nvPr/>
        </p:nvCxnSpPr>
        <p:spPr>
          <a:xfrm xmlns:a="http://schemas.openxmlformats.org/drawingml/2006/main">
            <a:off x="705803" y="3315177"/>
            <a:ext cx="2504122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77DC3"/>
            </a:solidFill>
            <a:prstDash val="solid"/>
            <a:tailEnd type="triangle" w="sm" len="sm"/>
          </a:ln>
        </p:spPr>
      </p:cxnSp>
      <p:cxnSp>
        <p:nvCxn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C379DF32-870E-49BB-9756-31B8BB8D78D4}"/>
              </a:ext>
            </a:extLst>
          </p:cNvPr>
          <p:cNvCxnSpPr>
            <a:stCxn xmlns:a="http://schemas.openxmlformats.org/drawingml/2006/main" id="44" idx="3"/>
            <a:endCxn xmlns:a="http://schemas.openxmlformats.org/drawingml/2006/main" id="45" idx="1"/>
          </p:cNvCxnSpPr>
          <p:nvPr/>
        </p:nvCxnSpPr>
        <p:spPr>
          <a:xfrm xmlns:a="http://schemas.openxmlformats.org/drawingml/2006/main" flipH="1">
            <a:off x="704850" y="2791302"/>
            <a:ext cx="2506028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77DC3"/>
            </a:solidFill>
            <a:prstDash val="solid"/>
            <a:tailEnd type="triangle" w="sm" len="sm"/>
          </a:ln>
        </p:spPr>
      </p:cxnSp>
      <p:cxnSp>
        <p:nvCxn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795BAA2-3EBB-47F2-96E4-FA9476F70E67}"/>
              </a:ext>
            </a:extLst>
          </p:cNvPr>
          <p:cNvCxnSpPr>
            <a:stCxn xmlns:a="http://schemas.openxmlformats.org/drawingml/2006/main" id="40" idx="3"/>
            <a:endCxn xmlns:a="http://schemas.openxmlformats.org/drawingml/2006/main" id="41" idx="1"/>
          </p:cNvCxnSpPr>
          <p:nvPr/>
        </p:nvCxnSpPr>
        <p:spPr>
          <a:xfrm xmlns:a="http://schemas.openxmlformats.org/drawingml/2006/main">
            <a:off x="1958341" y="2267427"/>
            <a:ext cx="1251584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77DC3"/>
            </a:solidFill>
            <a:prstDash val="solid"/>
            <a:tailEnd type="triangle" w="sm" len="sm"/>
          </a:ln>
        </p:spPr>
      </p:cxnSp>
      <p:cxnSp>
        <p:nvCxn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8979B11-3013-47BC-AEC5-5465B4ECDB99}"/>
              </a:ext>
            </a:extLst>
          </p:cNvPr>
          <p:cNvCxnSpPr>
            <a:stCxn xmlns:a="http://schemas.openxmlformats.org/drawingml/2006/main" id="37" idx="3"/>
            <a:endCxn xmlns:a="http://schemas.openxmlformats.org/drawingml/2006/main" id="38" idx="1"/>
          </p:cNvCxnSpPr>
          <p:nvPr/>
        </p:nvCxnSpPr>
        <p:spPr>
          <a:xfrm xmlns:a="http://schemas.openxmlformats.org/drawingml/2006/main" flipH="1">
            <a:off x="10725150" y="1924527"/>
            <a:ext cx="953" cy="4953000"/>
          </a:xfrm>
          <a:prstGeom xmlns:a="http://schemas.openxmlformats.org/drawingml/2006/main" prst="straightConnector1">
            <a:avLst/>
          </a:prstGeom>
          <a:ln xmlns:a="http://schemas.openxmlformats.org/drawingml/2006/main" w="11430">
            <a:solidFill>
              <a:srgbClr val="A6C4DB"/>
            </a:solidFill>
            <a:prstDash val="dash"/>
          </a:ln>
        </p:spPr>
      </p:cxnSp>
      <p:cxnSp>
        <p:nvCxn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FC1F775-2084-4FB5-9FFE-E6F00C681780}"/>
              </a:ext>
            </a:extLst>
          </p:cNvPr>
          <p:cNvCxnSpPr>
            <a:stCxn xmlns:a="http://schemas.openxmlformats.org/drawingml/2006/main" id="33" idx="3"/>
            <a:endCxn xmlns:a="http://schemas.openxmlformats.org/drawingml/2006/main" id="34" idx="1"/>
          </p:cNvCxnSpPr>
          <p:nvPr/>
        </p:nvCxnSpPr>
        <p:spPr>
          <a:xfrm xmlns:a="http://schemas.openxmlformats.org/drawingml/2006/main" flipH="1">
            <a:off x="9472613" y="1924527"/>
            <a:ext cx="953" cy="4953000"/>
          </a:xfrm>
          <a:prstGeom xmlns:a="http://schemas.openxmlformats.org/drawingml/2006/main" prst="straightConnector1">
            <a:avLst/>
          </a:prstGeom>
          <a:ln xmlns:a="http://schemas.openxmlformats.org/drawingml/2006/main" w="11430">
            <a:solidFill>
              <a:srgbClr val="A6C4DB"/>
            </a:solidFill>
            <a:prstDash val="dash"/>
          </a:ln>
        </p:spPr>
      </p:cxnSp>
      <p:cxnSp>
        <p:nvCxn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8C75914-A71D-4A09-A58C-E05936BFC0D5}"/>
              </a:ext>
            </a:extLst>
          </p:cNvPr>
          <p:cNvCxnSpPr>
            <a:stCxn xmlns:a="http://schemas.openxmlformats.org/drawingml/2006/main" id="29" idx="3"/>
            <a:endCxn xmlns:a="http://schemas.openxmlformats.org/drawingml/2006/main" id="30" idx="1"/>
          </p:cNvCxnSpPr>
          <p:nvPr/>
        </p:nvCxnSpPr>
        <p:spPr>
          <a:xfrm xmlns:a="http://schemas.openxmlformats.org/drawingml/2006/main" flipH="1">
            <a:off x="8220075" y="1924527"/>
            <a:ext cx="953" cy="4953000"/>
          </a:xfrm>
          <a:prstGeom xmlns:a="http://schemas.openxmlformats.org/drawingml/2006/main" prst="straightConnector1">
            <a:avLst/>
          </a:prstGeom>
          <a:ln xmlns:a="http://schemas.openxmlformats.org/drawingml/2006/main" w="11430">
            <a:solidFill>
              <a:srgbClr val="A6C4DB"/>
            </a:solidFill>
            <a:prstDash val="dash"/>
          </a:ln>
        </p:spPr>
      </p:cxnSp>
      <p:cxnSp>
        <p:nvCxn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0B61B13-E212-4DD3-A927-AF95B2B1B74B}"/>
              </a:ext>
            </a:extLst>
          </p:cNvPr>
          <p:cNvCxnSpPr>
            <a:stCxn xmlns:a="http://schemas.openxmlformats.org/drawingml/2006/main" id="25" idx="3"/>
            <a:endCxn xmlns:a="http://schemas.openxmlformats.org/drawingml/2006/main" id="26" idx="1"/>
          </p:cNvCxnSpPr>
          <p:nvPr/>
        </p:nvCxnSpPr>
        <p:spPr>
          <a:xfrm xmlns:a="http://schemas.openxmlformats.org/drawingml/2006/main" flipH="1">
            <a:off x="6967538" y="1924527"/>
            <a:ext cx="953" cy="4953000"/>
          </a:xfrm>
          <a:prstGeom xmlns:a="http://schemas.openxmlformats.org/drawingml/2006/main" prst="straightConnector1">
            <a:avLst/>
          </a:prstGeom>
          <a:ln xmlns:a="http://schemas.openxmlformats.org/drawingml/2006/main" w="11430">
            <a:solidFill>
              <a:srgbClr val="A6C4DB"/>
            </a:solidFill>
            <a:prstDash val="dash"/>
          </a:ln>
        </p:spPr>
      </p:cxnSp>
      <p:cxnSp>
        <p:nvCxn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ADA48F8-ADF6-4E6D-BE93-A009CD66387D}"/>
              </a:ext>
            </a:extLst>
          </p:cNvPr>
          <p:cNvCxnSpPr>
            <a:stCxn xmlns:a="http://schemas.openxmlformats.org/drawingml/2006/main" id="21" idx="3"/>
            <a:endCxn xmlns:a="http://schemas.openxmlformats.org/drawingml/2006/main" id="22" idx="1"/>
          </p:cNvCxnSpPr>
          <p:nvPr/>
        </p:nvCxnSpPr>
        <p:spPr>
          <a:xfrm xmlns:a="http://schemas.openxmlformats.org/drawingml/2006/main" flipH="1">
            <a:off x="5715000" y="1924527"/>
            <a:ext cx="953" cy="4953000"/>
          </a:xfrm>
          <a:prstGeom xmlns:a="http://schemas.openxmlformats.org/drawingml/2006/main" prst="straightConnector1">
            <a:avLst/>
          </a:prstGeom>
          <a:ln xmlns:a="http://schemas.openxmlformats.org/drawingml/2006/main" w="11430">
            <a:solidFill>
              <a:srgbClr val="A6C4DB"/>
            </a:solidFill>
            <a:prstDash val="dash"/>
          </a:ln>
        </p:spPr>
      </p:cxnSp>
      <p:cxnSp>
        <p:nvCxn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E9231FD-ED35-49B1-9F89-1A4714B47280}"/>
              </a:ext>
            </a:extLst>
          </p:cNvPr>
          <p:cNvCxnSpPr>
            <a:stCxn xmlns:a="http://schemas.openxmlformats.org/drawingml/2006/main" id="17" idx="3"/>
            <a:endCxn xmlns:a="http://schemas.openxmlformats.org/drawingml/2006/main" id="18" idx="1"/>
          </p:cNvCxnSpPr>
          <p:nvPr/>
        </p:nvCxnSpPr>
        <p:spPr>
          <a:xfrm xmlns:a="http://schemas.openxmlformats.org/drawingml/2006/main" flipH="1">
            <a:off x="4462463" y="1924527"/>
            <a:ext cx="953" cy="4953000"/>
          </a:xfrm>
          <a:prstGeom xmlns:a="http://schemas.openxmlformats.org/drawingml/2006/main" prst="straightConnector1">
            <a:avLst/>
          </a:prstGeom>
          <a:ln xmlns:a="http://schemas.openxmlformats.org/drawingml/2006/main" w="11430">
            <a:solidFill>
              <a:srgbClr val="A6C4DB"/>
            </a:solidFill>
            <a:prstDash val="dash"/>
          </a:ln>
        </p:spPr>
      </p:cxnSp>
      <p:cxnSp>
        <p:nvCxn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CACE679-29C2-43CE-AC2C-839E98CD2035}"/>
              </a:ext>
            </a:extLst>
          </p:cNvPr>
          <p:cNvCxnSpPr>
            <a:stCxn xmlns:a="http://schemas.openxmlformats.org/drawingml/2006/main" id="13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 flipH="1">
            <a:off x="3209925" y="1924527"/>
            <a:ext cx="953" cy="4953000"/>
          </a:xfrm>
          <a:prstGeom xmlns:a="http://schemas.openxmlformats.org/drawingml/2006/main" prst="straightConnector1">
            <a:avLst/>
          </a:prstGeom>
          <a:ln xmlns:a="http://schemas.openxmlformats.org/drawingml/2006/main" w="11430">
            <a:solidFill>
              <a:srgbClr val="A6C4DB"/>
            </a:solidFill>
            <a:prstDash val="dash"/>
          </a:ln>
        </p:spPr>
      </p:cxnSp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C754D4F-DCE1-4B15-8616-7E3C460BA643}"/>
              </a:ext>
            </a:extLst>
          </p:cNvPr>
          <p:cNvCxnSpPr>
            <a:stCxn xmlns:a="http://schemas.openxmlformats.org/drawingml/2006/main" id="9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 flipH="1">
            <a:off x="1957388" y="1924527"/>
            <a:ext cx="953" cy="4953000"/>
          </a:xfrm>
          <a:prstGeom xmlns:a="http://schemas.openxmlformats.org/drawingml/2006/main" prst="straightConnector1">
            <a:avLst/>
          </a:prstGeom>
          <a:ln xmlns:a="http://schemas.openxmlformats.org/drawingml/2006/main" w="11430">
            <a:solidFill>
              <a:srgbClr val="A6C4DB"/>
            </a:solidFill>
            <a:prstDash val="dash"/>
          </a:ln>
        </p:spPr>
      </p:cxnSp>
      <p:cxnSp>
        <p:nvCxn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169D0F9-F3E5-4466-B8FB-327F2FCD8551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 flipH="1">
            <a:off x="704850" y="1924527"/>
            <a:ext cx="953" cy="4953000"/>
          </a:xfrm>
          <a:prstGeom xmlns:a="http://schemas.openxmlformats.org/drawingml/2006/main" prst="straightConnector1">
            <a:avLst/>
          </a:prstGeom>
          <a:ln xmlns:a="http://schemas.openxmlformats.org/drawingml/2006/main" w="11430">
            <a:solidFill>
              <a:srgbClr val="A6C4DB"/>
            </a:solidFill>
            <a:prstDash val="dash"/>
          </a:ln>
        </p:spPr>
      </p:cxnSp>
      <p:sp>
        <p:nvSpPr>
          <p:cNvPr id="77" name="F-04">
            <a:extLst xmlns:a="http://schemas.openxmlformats.org/drawingml/2006/main">
              <a:ext uri="{FF2B5EF4-FFF2-40B4-BE49-F238E27FC236}">
                <a16:creationId xmlns:a16="http://schemas.microsoft.com/office/drawing/2014/main" id="{001E9786-4164-47BE-8509-73B9FA393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9075"/>
            <a:ext cx="95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l">
              <a:defRPr sz="1650" b="1">
                <a:solidFill>
                  <a:srgbClr val="277DC3"/>
                </a:solidFill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277DC3"/>
                </a:solidFill>
              </a:defRPr>
            </a:pPr>
            <a:r>
              <a:rPr sz="1650" b="1">
                <a:solidFill>
                  <a:srgbClr val="277DC3"/>
                </a:solidFill>
                <a:latin typeface="Microsoft YaHei"/>
                <a:ea typeface="Microsoft YaHei"/>
                <a:cs typeface="Microsoft YaHei"/>
              </a:rPr>
              <a:t>F-04</a:t>
            </a:r>
          </a:p>
        </p:txBody>
      </p:sp>
      <p:sp>
        <p:nvSpPr>
          <p:cNvPr id="2" name="一条新公告从发布到可问答的时序">
            <a:extLst xmlns:a="http://schemas.openxmlformats.org/drawingml/2006/main">
              <a:ext uri="{FF2B5EF4-FFF2-40B4-BE49-F238E27FC236}">
                <a16:creationId xmlns:a16="http://schemas.microsoft.com/office/drawing/2014/main" id="{439659AE-55BB-4D45-87EC-D6B053F9F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152400"/>
            <a:ext cx="9525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l">
              <a:defRPr sz="2400" b="1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233E54"/>
                </a:solidFill>
              </a:defRPr>
            </a:pPr>
            <a:r>
              <a:rPr sz="2400" b="1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一条新公告从发布到可问答的时序</a:t>
            </a:r>
          </a:p>
        </p:txBody>
      </p:sp>
      <p:sp>
        <p:nvSpPr>
          <p:cNvPr id="3" name="boundary">
            <a:extLst xmlns:a="http://schemas.openxmlformats.org/drawingml/2006/main">
              <a:ext uri="{FF2B5EF4-FFF2-40B4-BE49-F238E27FC236}">
                <a16:creationId xmlns:a16="http://schemas.microsoft.com/office/drawing/2014/main" id="{4F194F7C-868E-43A5-AD34-36CFC41F3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28675"/>
            <a:ext cx="10515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C4D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厂商仓库">
            <a:extLst xmlns:a="http://schemas.openxmlformats.org/drawingml/2006/main">
              <a:ext uri="{FF2B5EF4-FFF2-40B4-BE49-F238E27FC236}">
                <a16:creationId xmlns:a16="http://schemas.microsoft.com/office/drawing/2014/main" id="{C6305A99-5F0E-473B-B148-05014838B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1228725"/>
            <a:ext cx="1143000" cy="619125"/>
          </a:xfrm>
          <a:prstGeom xmlns:a="http://schemas.openxmlformats.org/drawingml/2006/main" prst="roundRect">
            <a:avLst>
              <a:gd name="adj" fmla="val 18462"/>
            </a:avLst>
          </a:prstGeom>
          <a:solidFill xmlns:a="http://schemas.openxmlformats.org/drawingml/2006/main">
            <a:srgbClr val="FFF1CB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425" b="1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ctr">
              <a:defRPr sz="1425" b="1">
                <a:solidFill>
                  <a:srgbClr val="233E54"/>
                </a:solidFill>
              </a:defRPr>
            </a:pPr>
            <a:r>
              <a:rPr sz="1425" b="1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厂商仓库</a:t>
            </a:r>
          </a:p>
        </p:txBody>
      </p:sp>
      <p:sp>
        <p:nvSpPr>
          <p:cNvPr id="5" name="boundary">
            <a:extLst xmlns:a="http://schemas.openxmlformats.org/drawingml/2006/main">
              <a:ext uri="{FF2B5EF4-FFF2-40B4-BE49-F238E27FC236}">
                <a16:creationId xmlns:a16="http://schemas.microsoft.com/office/drawing/2014/main" id="{D5073C4F-7965-4053-87E9-726FF401A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240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6" name="boundary">
            <a:extLst xmlns:a="http://schemas.openxmlformats.org/drawingml/2006/main">
              <a:ext uri="{FF2B5EF4-FFF2-40B4-BE49-F238E27FC236}">
                <a16:creationId xmlns:a16="http://schemas.microsoft.com/office/drawing/2014/main" id="{C16F5743-D566-4682-BEEC-2E3943DFA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8770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8" name="Orchestrator">
            <a:extLst xmlns:a="http://schemas.openxmlformats.org/drawingml/2006/main">
              <a:ext uri="{FF2B5EF4-FFF2-40B4-BE49-F238E27FC236}">
                <a16:creationId xmlns:a16="http://schemas.microsoft.com/office/drawing/2014/main" id="{5D23F64D-462D-4486-B34C-8C0AF4F44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0638" y="1228725"/>
            <a:ext cx="1333500" cy="619125"/>
          </a:xfrm>
          <a:prstGeom xmlns:a="http://schemas.openxmlformats.org/drawingml/2006/main" prst="roundRect">
            <a:avLst>
              <a:gd name="adj" fmla="val 18462"/>
            </a:avLst>
          </a:prstGeom>
          <a:solidFill xmlns:a="http://schemas.openxmlformats.org/drawingml/2006/main">
            <a:srgbClr val="EAF4FC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200" b="1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ctr">
              <a:defRPr sz="1200" b="1">
                <a:solidFill>
                  <a:srgbClr val="233E54"/>
                </a:solidFill>
              </a:defRPr>
            </a:pPr>
            <a:r>
              <a:rPr sz="1200" b="1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Orchestrator</a:t>
            </a:r>
          </a:p>
        </p:txBody>
      </p:sp>
      <p:sp>
        <p:nvSpPr>
          <p:cNvPr id="9" name="boundary">
            <a:extLst xmlns:a="http://schemas.openxmlformats.org/drawingml/2006/main">
              <a:ext uri="{FF2B5EF4-FFF2-40B4-BE49-F238E27FC236}">
                <a16:creationId xmlns:a16="http://schemas.microsoft.com/office/drawing/2014/main" id="{A363F733-951F-459C-BC7C-682819700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7388" y="19240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0" name="boundary">
            <a:extLst xmlns:a="http://schemas.openxmlformats.org/drawingml/2006/main">
              <a:ext uri="{FF2B5EF4-FFF2-40B4-BE49-F238E27FC236}">
                <a16:creationId xmlns:a16="http://schemas.microsoft.com/office/drawing/2014/main" id="{EBF46670-E33C-4AF9-9EA5-3621343E5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7388" y="68770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2" name="Collector">
            <a:extLst xmlns:a="http://schemas.openxmlformats.org/drawingml/2006/main">
              <a:ext uri="{FF2B5EF4-FFF2-40B4-BE49-F238E27FC236}">
                <a16:creationId xmlns:a16="http://schemas.microsoft.com/office/drawing/2014/main" id="{5E38CFA2-9177-4FFC-9542-2D0E851EB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8425" y="1228725"/>
            <a:ext cx="1143000" cy="619125"/>
          </a:xfrm>
          <a:prstGeom xmlns:a="http://schemas.openxmlformats.org/drawingml/2006/main" prst="roundRect">
            <a:avLst>
              <a:gd name="adj" fmla="val 18462"/>
            </a:avLst>
          </a:prstGeom>
          <a:solidFill xmlns:a="http://schemas.openxmlformats.org/drawingml/2006/main">
            <a:srgbClr val="EAF4FC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425" b="1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ctr">
              <a:defRPr sz="1425" b="1">
                <a:solidFill>
                  <a:srgbClr val="233E54"/>
                </a:solidFill>
              </a:defRPr>
            </a:pPr>
            <a:r>
              <a:rPr sz="1425" b="1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Collector</a:t>
            </a:r>
          </a:p>
        </p:txBody>
      </p:sp>
      <p:sp>
        <p:nvSpPr>
          <p:cNvPr id="13" name="boundary">
            <a:extLst xmlns:a="http://schemas.openxmlformats.org/drawingml/2006/main">
              <a:ext uri="{FF2B5EF4-FFF2-40B4-BE49-F238E27FC236}">
                <a16:creationId xmlns:a16="http://schemas.microsoft.com/office/drawing/2014/main" id="{8369C552-84A1-4811-B61F-31989D744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925" y="19240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4" name="boundary">
            <a:extLst xmlns:a="http://schemas.openxmlformats.org/drawingml/2006/main">
              <a:ext uri="{FF2B5EF4-FFF2-40B4-BE49-F238E27FC236}">
                <a16:creationId xmlns:a16="http://schemas.microsoft.com/office/drawing/2014/main" id="{FE9DACF4-8281-4722-9838-9C80696FB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925" y="68770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6" name="Triage">
            <a:extLst xmlns:a="http://schemas.openxmlformats.org/drawingml/2006/main">
              <a:ext uri="{FF2B5EF4-FFF2-40B4-BE49-F238E27FC236}">
                <a16:creationId xmlns:a16="http://schemas.microsoft.com/office/drawing/2014/main" id="{D270EF06-E9FD-4BD7-8FBA-619108EE7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0963" y="1228725"/>
            <a:ext cx="1143000" cy="619125"/>
          </a:xfrm>
          <a:prstGeom xmlns:a="http://schemas.openxmlformats.org/drawingml/2006/main" prst="roundRect">
            <a:avLst>
              <a:gd name="adj" fmla="val 18462"/>
            </a:avLst>
          </a:prstGeom>
          <a:solidFill xmlns:a="http://schemas.openxmlformats.org/drawingml/2006/main">
            <a:srgbClr val="EAF4FC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425" b="1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ctr">
              <a:defRPr sz="1425" b="1">
                <a:solidFill>
                  <a:srgbClr val="233E54"/>
                </a:solidFill>
              </a:defRPr>
            </a:pPr>
            <a:r>
              <a:rPr sz="1425" b="1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Triage</a:t>
            </a:r>
          </a:p>
        </p:txBody>
      </p:sp>
      <p:sp>
        <p:nvSpPr>
          <p:cNvPr id="17" name="boundary">
            <a:extLst xmlns:a="http://schemas.openxmlformats.org/drawingml/2006/main">
              <a:ext uri="{FF2B5EF4-FFF2-40B4-BE49-F238E27FC236}">
                <a16:creationId xmlns:a16="http://schemas.microsoft.com/office/drawing/2014/main" id="{87593353-6013-4C6F-BB57-04CACF6E9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2463" y="19240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8" name="boundary">
            <a:extLst xmlns:a="http://schemas.openxmlformats.org/drawingml/2006/main">
              <a:ext uri="{FF2B5EF4-FFF2-40B4-BE49-F238E27FC236}">
                <a16:creationId xmlns:a16="http://schemas.microsoft.com/office/drawing/2014/main" id="{2AA46D6E-0792-49F1-B6ED-4775F0659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2463" y="68770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0" name="Enricher">
            <a:extLst xmlns:a="http://schemas.openxmlformats.org/drawingml/2006/main">
              <a:ext uri="{FF2B5EF4-FFF2-40B4-BE49-F238E27FC236}">
                <a16:creationId xmlns:a16="http://schemas.microsoft.com/office/drawing/2014/main" id="{DE0F2438-C04C-4BEB-9C6B-29E48D25F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1228725"/>
            <a:ext cx="1143000" cy="619125"/>
          </a:xfrm>
          <a:prstGeom xmlns:a="http://schemas.openxmlformats.org/drawingml/2006/main" prst="roundRect">
            <a:avLst>
              <a:gd name="adj" fmla="val 18462"/>
            </a:avLst>
          </a:prstGeom>
          <a:solidFill xmlns:a="http://schemas.openxmlformats.org/drawingml/2006/main">
            <a:srgbClr val="EAF4FC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425" b="1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ctr">
              <a:defRPr sz="1425" b="1">
                <a:solidFill>
                  <a:srgbClr val="233E54"/>
                </a:solidFill>
              </a:defRPr>
            </a:pPr>
            <a:r>
              <a:rPr sz="1425" b="1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Enricher</a:t>
            </a:r>
          </a:p>
        </p:txBody>
      </p:sp>
      <p:sp>
        <p:nvSpPr>
          <p:cNvPr id="21" name="boundary">
            <a:extLst xmlns:a="http://schemas.openxmlformats.org/drawingml/2006/main">
              <a:ext uri="{FF2B5EF4-FFF2-40B4-BE49-F238E27FC236}">
                <a16:creationId xmlns:a16="http://schemas.microsoft.com/office/drawing/2014/main" id="{80CEAAB1-4854-4669-9216-438A4A6BF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19240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2" name="boundary">
            <a:extLst xmlns:a="http://schemas.openxmlformats.org/drawingml/2006/main">
              <a:ext uri="{FF2B5EF4-FFF2-40B4-BE49-F238E27FC236}">
                <a16:creationId xmlns:a16="http://schemas.microsoft.com/office/drawing/2014/main" id="{19F85DB2-DFD6-4E6A-899D-FD2528695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68770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4" name="Critic">
            <a:extLst xmlns:a="http://schemas.openxmlformats.org/drawingml/2006/main">
              <a:ext uri="{FF2B5EF4-FFF2-40B4-BE49-F238E27FC236}">
                <a16:creationId xmlns:a16="http://schemas.microsoft.com/office/drawing/2014/main" id="{5AD2B658-0E38-4C64-8C97-519A05272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6038" y="1228725"/>
            <a:ext cx="1143000" cy="619125"/>
          </a:xfrm>
          <a:prstGeom xmlns:a="http://schemas.openxmlformats.org/drawingml/2006/main" prst="roundRect">
            <a:avLst>
              <a:gd name="adj" fmla="val 18462"/>
            </a:avLst>
          </a:prstGeom>
          <a:solidFill xmlns:a="http://schemas.openxmlformats.org/drawingml/2006/main">
            <a:srgbClr val="EAF4FC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425" b="1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ctr">
              <a:defRPr sz="1425" b="1">
                <a:solidFill>
                  <a:srgbClr val="233E54"/>
                </a:solidFill>
              </a:defRPr>
            </a:pPr>
            <a:r>
              <a:rPr sz="1425" b="1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Critic</a:t>
            </a:r>
          </a:p>
        </p:txBody>
      </p:sp>
      <p:sp>
        <p:nvSpPr>
          <p:cNvPr id="25" name="boundary">
            <a:extLst xmlns:a="http://schemas.openxmlformats.org/drawingml/2006/main">
              <a:ext uri="{FF2B5EF4-FFF2-40B4-BE49-F238E27FC236}">
                <a16:creationId xmlns:a16="http://schemas.microsoft.com/office/drawing/2014/main" id="{4848B5D6-4A01-4CF2-8C9E-200E581C2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7538" y="19240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6" name="boundary">
            <a:extLst xmlns:a="http://schemas.openxmlformats.org/drawingml/2006/main">
              <a:ext uri="{FF2B5EF4-FFF2-40B4-BE49-F238E27FC236}">
                <a16:creationId xmlns:a16="http://schemas.microsoft.com/office/drawing/2014/main" id="{316E73DE-EF5C-4116-893A-D54B6E281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7538" y="68770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8" name="GraphWriter">
            <a:extLst xmlns:a="http://schemas.openxmlformats.org/drawingml/2006/main">
              <a:ext uri="{FF2B5EF4-FFF2-40B4-BE49-F238E27FC236}">
                <a16:creationId xmlns:a16="http://schemas.microsoft.com/office/drawing/2014/main" id="{0322D26F-6BA3-408B-BB52-5C86BE93C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1228725"/>
            <a:ext cx="1333500" cy="619125"/>
          </a:xfrm>
          <a:prstGeom xmlns:a="http://schemas.openxmlformats.org/drawingml/2006/main" prst="roundRect">
            <a:avLst>
              <a:gd name="adj" fmla="val 18462"/>
            </a:avLst>
          </a:prstGeom>
          <a:solidFill xmlns:a="http://schemas.openxmlformats.org/drawingml/2006/main">
            <a:srgbClr val="EAF4FC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200" b="1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ctr">
              <a:defRPr sz="1200" b="1">
                <a:solidFill>
                  <a:srgbClr val="233E54"/>
                </a:solidFill>
              </a:defRPr>
            </a:pPr>
            <a:r>
              <a:rPr sz="1200" b="1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GraphWriter</a:t>
            </a:r>
          </a:p>
        </p:txBody>
      </p:sp>
      <p:sp>
        <p:nvSpPr>
          <p:cNvPr id="29" name="boundary">
            <a:extLst xmlns:a="http://schemas.openxmlformats.org/drawingml/2006/main">
              <a:ext uri="{FF2B5EF4-FFF2-40B4-BE49-F238E27FC236}">
                <a16:creationId xmlns:a16="http://schemas.microsoft.com/office/drawing/2014/main" id="{C01FFA5B-2431-4249-A878-59B355BB1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075" y="19240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30" name="boundary">
            <a:extLst xmlns:a="http://schemas.openxmlformats.org/drawingml/2006/main">
              <a:ext uri="{FF2B5EF4-FFF2-40B4-BE49-F238E27FC236}">
                <a16:creationId xmlns:a16="http://schemas.microsoft.com/office/drawing/2014/main" id="{8A00AAF7-6C4F-4403-A916-3A09C0E28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075" y="68770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32" name="Assessor">
            <a:extLst xmlns:a="http://schemas.openxmlformats.org/drawingml/2006/main">
              <a:ext uri="{FF2B5EF4-FFF2-40B4-BE49-F238E27FC236}">
                <a16:creationId xmlns:a16="http://schemas.microsoft.com/office/drawing/2014/main" id="{C840CC66-10BC-42B8-9A89-00615D589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1113" y="1228725"/>
            <a:ext cx="1143000" cy="619125"/>
          </a:xfrm>
          <a:prstGeom xmlns:a="http://schemas.openxmlformats.org/drawingml/2006/main" prst="roundRect">
            <a:avLst>
              <a:gd name="adj" fmla="val 18462"/>
            </a:avLst>
          </a:prstGeom>
          <a:solidFill xmlns:a="http://schemas.openxmlformats.org/drawingml/2006/main">
            <a:srgbClr val="EAF4FC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425" b="1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ctr">
              <a:defRPr sz="1425" b="1">
                <a:solidFill>
                  <a:srgbClr val="233E54"/>
                </a:solidFill>
              </a:defRPr>
            </a:pPr>
            <a:r>
              <a:rPr sz="1425" b="1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Assessor</a:t>
            </a:r>
          </a:p>
        </p:txBody>
      </p:sp>
      <p:sp>
        <p:nvSpPr>
          <p:cNvPr id="33" name="boundary">
            <a:extLst xmlns:a="http://schemas.openxmlformats.org/drawingml/2006/main">
              <a:ext uri="{FF2B5EF4-FFF2-40B4-BE49-F238E27FC236}">
                <a16:creationId xmlns:a16="http://schemas.microsoft.com/office/drawing/2014/main" id="{3DA8C25C-829D-4919-B32D-2E803559F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2613" y="19240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34" name="boundary">
            <a:extLst xmlns:a="http://schemas.openxmlformats.org/drawingml/2006/main">
              <a:ext uri="{FF2B5EF4-FFF2-40B4-BE49-F238E27FC236}">
                <a16:creationId xmlns:a16="http://schemas.microsoft.com/office/drawing/2014/main" id="{7B0B0B63-E07F-4D84-9574-187456A4A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2613" y="68770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36" name="编码智能体">
            <a:extLst xmlns:a="http://schemas.openxmlformats.org/drawingml/2006/main">
              <a:ext uri="{FF2B5EF4-FFF2-40B4-BE49-F238E27FC236}">
                <a16:creationId xmlns:a16="http://schemas.microsoft.com/office/drawing/2014/main" id="{322F74BD-2BA7-43B9-9801-36206A413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1228725"/>
            <a:ext cx="1143000" cy="619125"/>
          </a:xfrm>
          <a:prstGeom xmlns:a="http://schemas.openxmlformats.org/drawingml/2006/main" prst="roundRect">
            <a:avLst>
              <a:gd name="adj" fmla="val 18462"/>
            </a:avLst>
          </a:prstGeom>
          <a:solidFill xmlns:a="http://schemas.openxmlformats.org/drawingml/2006/main">
            <a:srgbClr val="FFF1CB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425" b="1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ctr">
              <a:defRPr sz="1425" b="1">
                <a:solidFill>
                  <a:srgbClr val="233E54"/>
                </a:solidFill>
              </a:defRPr>
            </a:pPr>
            <a:r>
              <a:rPr sz="1425" b="1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编码智能体</a:t>
            </a:r>
          </a:p>
        </p:txBody>
      </p:sp>
      <p:sp>
        <p:nvSpPr>
          <p:cNvPr id="37" name="boundary">
            <a:extLst xmlns:a="http://schemas.openxmlformats.org/drawingml/2006/main">
              <a:ext uri="{FF2B5EF4-FFF2-40B4-BE49-F238E27FC236}">
                <a16:creationId xmlns:a16="http://schemas.microsoft.com/office/drawing/2014/main" id="{8A36B482-08E6-4AF8-A502-014AEF6AA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150" y="19240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38" name="boundary">
            <a:extLst xmlns:a="http://schemas.openxmlformats.org/drawingml/2006/main">
              <a:ext uri="{FF2B5EF4-FFF2-40B4-BE49-F238E27FC236}">
                <a16:creationId xmlns:a16="http://schemas.microsoft.com/office/drawing/2014/main" id="{C73373CD-893B-49CF-97A5-ABAD01597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150" y="68770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40" name="boundary">
            <a:extLst xmlns:a="http://schemas.openxmlformats.org/drawingml/2006/main">
              <a:ext uri="{FF2B5EF4-FFF2-40B4-BE49-F238E27FC236}">
                <a16:creationId xmlns:a16="http://schemas.microsoft.com/office/drawing/2014/main" id="{065755CD-C3FC-4AB8-951D-4D332EA9B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7388" y="22669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41" name="boundary">
            <a:extLst xmlns:a="http://schemas.openxmlformats.org/drawingml/2006/main">
              <a:ext uri="{FF2B5EF4-FFF2-40B4-BE49-F238E27FC236}">
                <a16:creationId xmlns:a16="http://schemas.microsoft.com/office/drawing/2014/main" id="{DA7A53BF-2C5A-47D1-A76F-EA7D86FEC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925" y="22669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43" name="定时派发">
            <a:extLst xmlns:a="http://schemas.openxmlformats.org/drawingml/2006/main">
              <a:ext uri="{FF2B5EF4-FFF2-40B4-BE49-F238E27FC236}">
                <a16:creationId xmlns:a16="http://schemas.microsoft.com/office/drawing/2014/main" id="{7ACEE7EA-5AAB-4470-9B98-4BA39641C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4513" y="1943100"/>
            <a:ext cx="1538288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350" b="0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ctr">
              <a:defRPr sz="1350" b="0">
                <a:solidFill>
                  <a:srgbClr val="233E54"/>
                </a:solidFill>
              </a:defRPr>
            </a:pPr>
            <a:r>
              <a:rPr sz="1350" b="0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定时派发</a:t>
            </a:r>
          </a:p>
        </p:txBody>
      </p:sp>
      <p:sp>
        <p:nvSpPr>
          <p:cNvPr id="44" name="boundary">
            <a:extLst xmlns:a="http://schemas.openxmlformats.org/drawingml/2006/main">
              <a:ext uri="{FF2B5EF4-FFF2-40B4-BE49-F238E27FC236}">
                <a16:creationId xmlns:a16="http://schemas.microsoft.com/office/drawing/2014/main" id="{633A0628-951C-46BA-80BD-25E8F76BD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925" y="27908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45" name="boundary">
            <a:extLst xmlns:a="http://schemas.openxmlformats.org/drawingml/2006/main">
              <a:ext uri="{FF2B5EF4-FFF2-40B4-BE49-F238E27FC236}">
                <a16:creationId xmlns:a16="http://schemas.microsoft.com/office/drawing/2014/main" id="{4A6488B6-7F7C-41BB-87ED-77B7866BA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7908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47" name="增量轮询">
            <a:extLst xmlns:a="http://schemas.openxmlformats.org/drawingml/2006/main">
              <a:ext uri="{FF2B5EF4-FFF2-40B4-BE49-F238E27FC236}">
                <a16:creationId xmlns:a16="http://schemas.microsoft.com/office/drawing/2014/main" id="{ECE7FE73-26BC-4FAD-B0E1-8D8186F16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2466975"/>
            <a:ext cx="2790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350" b="0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ctr">
              <a:defRPr sz="1350" b="0">
                <a:solidFill>
                  <a:srgbClr val="233E54"/>
                </a:solidFill>
              </a:defRPr>
            </a:pPr>
            <a:r>
              <a:rPr sz="1350" b="0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增量轮询</a:t>
            </a:r>
          </a:p>
        </p:txBody>
      </p:sp>
      <p:sp>
        <p:nvSpPr>
          <p:cNvPr id="48" name="boundary">
            <a:extLst xmlns:a="http://schemas.openxmlformats.org/drawingml/2006/main">
              <a:ext uri="{FF2B5EF4-FFF2-40B4-BE49-F238E27FC236}">
                <a16:creationId xmlns:a16="http://schemas.microsoft.com/office/drawing/2014/main" id="{9B662AFE-E8B3-4E5D-8F28-9A3DB2950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3147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49" name="boundary">
            <a:extLst xmlns:a="http://schemas.openxmlformats.org/drawingml/2006/main">
              <a:ext uri="{FF2B5EF4-FFF2-40B4-BE49-F238E27FC236}">
                <a16:creationId xmlns:a16="http://schemas.microsoft.com/office/drawing/2014/main" id="{27ED4708-209C-47F6-80CC-9777C5646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925" y="33147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51" name="公告内容">
            <a:extLst xmlns:a="http://schemas.openxmlformats.org/drawingml/2006/main">
              <a:ext uri="{FF2B5EF4-FFF2-40B4-BE49-F238E27FC236}">
                <a16:creationId xmlns:a16="http://schemas.microsoft.com/office/drawing/2014/main" id="{18589C60-88C7-4DE9-94C0-EF5910CD3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2990850"/>
            <a:ext cx="2790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350" b="0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ctr">
              <a:defRPr sz="1350" b="0">
                <a:solidFill>
                  <a:srgbClr val="233E54"/>
                </a:solidFill>
              </a:defRPr>
            </a:pPr>
            <a:r>
              <a:rPr sz="1350" b="0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公告内容</a:t>
            </a:r>
          </a:p>
        </p:txBody>
      </p:sp>
      <p:sp>
        <p:nvSpPr>
          <p:cNvPr id="52" name="boundary">
            <a:extLst xmlns:a="http://schemas.openxmlformats.org/drawingml/2006/main">
              <a:ext uri="{FF2B5EF4-FFF2-40B4-BE49-F238E27FC236}">
                <a16:creationId xmlns:a16="http://schemas.microsoft.com/office/drawing/2014/main" id="{31F0D4FE-AF3A-4815-A237-E09EEDE45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925" y="38385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53" name="boundary">
            <a:extLst xmlns:a="http://schemas.openxmlformats.org/drawingml/2006/main">
              <a:ext uri="{FF2B5EF4-FFF2-40B4-BE49-F238E27FC236}">
                <a16:creationId xmlns:a16="http://schemas.microsoft.com/office/drawing/2014/main" id="{84832B7A-2FE4-4F8E-9931-98C9DC584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2463" y="38385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55" name="RawEvent">
            <a:extLst xmlns:a="http://schemas.openxmlformats.org/drawingml/2006/main">
              <a:ext uri="{FF2B5EF4-FFF2-40B4-BE49-F238E27FC236}">
                <a16:creationId xmlns:a16="http://schemas.microsoft.com/office/drawing/2014/main" id="{84702582-E9DF-44DB-AB6F-B02EADCD1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3514725"/>
            <a:ext cx="1538288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350" b="0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ctr">
              <a:defRPr sz="1350" b="0">
                <a:solidFill>
                  <a:srgbClr val="233E54"/>
                </a:solidFill>
              </a:defRPr>
            </a:pPr>
            <a:r>
              <a:rPr sz="1350" b="0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RawEvent</a:t>
            </a:r>
          </a:p>
        </p:txBody>
      </p:sp>
      <p:sp>
        <p:nvSpPr>
          <p:cNvPr id="56" name="boundary">
            <a:extLst xmlns:a="http://schemas.openxmlformats.org/drawingml/2006/main">
              <a:ext uri="{FF2B5EF4-FFF2-40B4-BE49-F238E27FC236}">
                <a16:creationId xmlns:a16="http://schemas.microsoft.com/office/drawing/2014/main" id="{366885D9-CDE8-4A9C-AA38-F19FD53A1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2463" y="43624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57" name="boundary">
            <a:extLst xmlns:a="http://schemas.openxmlformats.org/drawingml/2006/main">
              <a:ext uri="{FF2B5EF4-FFF2-40B4-BE49-F238E27FC236}">
                <a16:creationId xmlns:a16="http://schemas.microsoft.com/office/drawing/2014/main" id="{B4EDB38F-C6F7-4340-B472-BE2A1DF23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3624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59" name="归一结果">
            <a:extLst xmlns:a="http://schemas.openxmlformats.org/drawingml/2006/main">
              <a:ext uri="{FF2B5EF4-FFF2-40B4-BE49-F238E27FC236}">
                <a16:creationId xmlns:a16="http://schemas.microsoft.com/office/drawing/2014/main" id="{1A09AA6F-9CA4-4109-A5A9-69C0F4F84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9588" y="4038600"/>
            <a:ext cx="1538288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350" b="0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ctr">
              <a:defRPr sz="1350" b="0">
                <a:solidFill>
                  <a:srgbClr val="233E54"/>
                </a:solidFill>
              </a:defRPr>
            </a:pPr>
            <a:r>
              <a:rPr sz="1350" b="0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归一结果</a:t>
            </a:r>
          </a:p>
        </p:txBody>
      </p:sp>
      <p:sp>
        <p:nvSpPr>
          <p:cNvPr id="60" name="boundary">
            <a:extLst xmlns:a="http://schemas.openxmlformats.org/drawingml/2006/main">
              <a:ext uri="{FF2B5EF4-FFF2-40B4-BE49-F238E27FC236}">
                <a16:creationId xmlns:a16="http://schemas.microsoft.com/office/drawing/2014/main" id="{8A19F1B2-682F-4313-A733-1CB437C50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8863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61" name="boundary">
            <a:extLst xmlns:a="http://schemas.openxmlformats.org/drawingml/2006/main">
              <a:ext uri="{FF2B5EF4-FFF2-40B4-BE49-F238E27FC236}">
                <a16:creationId xmlns:a16="http://schemas.microsoft.com/office/drawing/2014/main" id="{6DF2E62B-CFEC-458B-A114-C42FB3DAE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7538" y="48863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63" name="富化产出">
            <a:extLst xmlns:a="http://schemas.openxmlformats.org/drawingml/2006/main">
              <a:ext uri="{FF2B5EF4-FFF2-40B4-BE49-F238E27FC236}">
                <a16:creationId xmlns:a16="http://schemas.microsoft.com/office/drawing/2014/main" id="{C2231DD4-90B6-44D0-B083-28FDBB51B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4562475"/>
            <a:ext cx="1538288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350" b="0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ctr">
              <a:defRPr sz="1350" b="0">
                <a:solidFill>
                  <a:srgbClr val="233E54"/>
                </a:solidFill>
              </a:defRPr>
            </a:pPr>
            <a:r>
              <a:rPr sz="1350" b="0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富化产出</a:t>
            </a:r>
          </a:p>
        </p:txBody>
      </p:sp>
      <p:sp>
        <p:nvSpPr>
          <p:cNvPr id="64" name="boundary">
            <a:extLst xmlns:a="http://schemas.openxmlformats.org/drawingml/2006/main">
              <a:ext uri="{FF2B5EF4-FFF2-40B4-BE49-F238E27FC236}">
                <a16:creationId xmlns:a16="http://schemas.microsoft.com/office/drawing/2014/main" id="{620DE9BE-A777-497A-A6F6-97918D4AB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7538" y="54102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65" name="boundary">
            <a:extLst xmlns:a="http://schemas.openxmlformats.org/drawingml/2006/main">
              <a:ext uri="{FF2B5EF4-FFF2-40B4-BE49-F238E27FC236}">
                <a16:creationId xmlns:a16="http://schemas.microsoft.com/office/drawing/2014/main" id="{5835F271-7FB1-4241-83C7-0C45974AD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075" y="54102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67" name="校验通过">
            <a:extLst xmlns:a="http://schemas.openxmlformats.org/drawingml/2006/main">
              <a:ext uri="{FF2B5EF4-FFF2-40B4-BE49-F238E27FC236}">
                <a16:creationId xmlns:a16="http://schemas.microsoft.com/office/drawing/2014/main" id="{6E125CF8-9587-4A22-A059-3B01C6DA3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4663" y="5086350"/>
            <a:ext cx="1538288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350" b="0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ctr">
              <a:defRPr sz="1350" b="0">
                <a:solidFill>
                  <a:srgbClr val="233E54"/>
                </a:solidFill>
              </a:defRPr>
            </a:pPr>
            <a:r>
              <a:rPr sz="1350" b="0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校验通过</a:t>
            </a:r>
          </a:p>
        </p:txBody>
      </p:sp>
      <p:sp>
        <p:nvSpPr>
          <p:cNvPr id="68" name="boundary">
            <a:extLst xmlns:a="http://schemas.openxmlformats.org/drawingml/2006/main">
              <a:ext uri="{FF2B5EF4-FFF2-40B4-BE49-F238E27FC236}">
                <a16:creationId xmlns:a16="http://schemas.microsoft.com/office/drawing/2014/main" id="{B099D37B-F25D-43E7-9BFC-8E8190AE2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075" y="59340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69" name="boundary">
            <a:extLst xmlns:a="http://schemas.openxmlformats.org/drawingml/2006/main">
              <a:ext uri="{FF2B5EF4-FFF2-40B4-BE49-F238E27FC236}">
                <a16:creationId xmlns:a16="http://schemas.microsoft.com/office/drawing/2014/main" id="{F1C9686A-3BF1-41B3-B219-4DC182715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2613" y="59340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71" name="影响评估">
            <a:extLst xmlns:a="http://schemas.openxmlformats.org/drawingml/2006/main">
              <a:ext uri="{FF2B5EF4-FFF2-40B4-BE49-F238E27FC236}">
                <a16:creationId xmlns:a16="http://schemas.microsoft.com/office/drawing/2014/main" id="{91E41DD5-D07C-43C4-A5D2-D90D7D53B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5610225"/>
            <a:ext cx="1538288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350" b="0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ctr">
              <a:defRPr sz="1350" b="0">
                <a:solidFill>
                  <a:srgbClr val="233E54"/>
                </a:solidFill>
              </a:defRPr>
            </a:pPr>
            <a:r>
              <a:rPr sz="1350" b="0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影响评估</a:t>
            </a:r>
          </a:p>
        </p:txBody>
      </p:sp>
      <p:sp>
        <p:nvSpPr>
          <p:cNvPr id="72" name="boundary">
            <a:extLst xmlns:a="http://schemas.openxmlformats.org/drawingml/2006/main">
              <a:ext uri="{FF2B5EF4-FFF2-40B4-BE49-F238E27FC236}">
                <a16:creationId xmlns:a16="http://schemas.microsoft.com/office/drawing/2014/main" id="{A8429C78-78FE-4AD5-9139-31EC9AEF5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2613" y="64579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73" name="boundary">
            <a:extLst xmlns:a="http://schemas.openxmlformats.org/drawingml/2006/main">
              <a:ext uri="{FF2B5EF4-FFF2-40B4-BE49-F238E27FC236}">
                <a16:creationId xmlns:a16="http://schemas.microsoft.com/office/drawing/2014/main" id="{1F26A666-02DF-4FC9-A4B4-9AC627D5E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150" y="64579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75" name="经 Critic 返回">
            <a:extLst xmlns:a="http://schemas.openxmlformats.org/drawingml/2006/main">
              <a:ext uri="{FF2B5EF4-FFF2-40B4-BE49-F238E27FC236}">
                <a16:creationId xmlns:a16="http://schemas.microsoft.com/office/drawing/2014/main" id="{47E48C8E-492F-469B-8F28-CA4073BAE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9738" y="6134100"/>
            <a:ext cx="1538288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350" b="0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ctr">
              <a:defRPr sz="1350" b="0">
                <a:solidFill>
                  <a:srgbClr val="233E54"/>
                </a:solidFill>
              </a:defRPr>
            </a:pPr>
            <a:r>
              <a:rPr sz="1350" b="0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经 Critic 返回</a:t>
            </a:r>
          </a:p>
        </p:txBody>
      </p:sp>
      <p:sp>
        <p:nvSpPr>
          <p:cNvPr id="76" name="演示注入 / 自有仓库 webhook 验签后触发立即 poll；DEMO 单列">
            <a:extLst xmlns:a="http://schemas.openxmlformats.org/drawingml/2006/main">
              <a:ext uri="{FF2B5EF4-FFF2-40B4-BE49-F238E27FC236}">
                <a16:creationId xmlns:a16="http://schemas.microsoft.com/office/drawing/2014/main" id="{364E2863-F39D-46F1-B935-7D5562B81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7353300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350" b="0">
                <a:solidFill>
                  <a:srgbClr val="657D8E"/>
                </a:solidFill>
              </a:defRPr>
            </a:defPPr>
          </a:lstStyle>
          <a:p xmlns:a="http://schemas.openxmlformats.org/drawingml/2006/main">
            <a:pPr algn="ctr">
              <a:defRPr sz="1350" b="0">
                <a:solidFill>
                  <a:srgbClr val="657D8E"/>
                </a:solidFill>
              </a:defRPr>
            </a:pPr>
            <a:r>
              <a:rPr sz="1350" b="0">
                <a:solidFill>
                  <a:srgbClr val="657D8E"/>
                </a:solidFill>
                <a:latin typeface="Microsoft YaHei"/>
                <a:ea typeface="Microsoft YaHei"/>
                <a:cs typeface="Microsoft YaHei"/>
              </a:rPr>
              <a:t>演示注入 / 自有仓库 webhook 验签后触发立即 poll；DEMO 单列</a:t>
            </a:r>
          </a:p>
        </p:txBody>
      </p:sp>
    </p:spTree>
    <p:extLst>
      <p:ext uri="{BB962C8B-B14F-4D97-AF65-F5344CB8AC3E}">
        <p14:creationId xmlns:p14="http://schemas.microsoft.com/office/powerpoint/2010/main" val="72545420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F6967F6-4983-4DF6-A268-550ED618DB9D}"/>
              </a:ext>
            </a:extLst>
          </p:cNvPr>
          <p:cNvCxnSpPr>
            <a:stCxn xmlns:a="http://schemas.openxmlformats.org/drawingml/2006/main" id="32" idx="2"/>
            <a:endCxn xmlns:a="http://schemas.openxmlformats.org/drawingml/2006/main" id="35" idx="0"/>
          </p:cNvCxnSpPr>
          <p:nvPr/>
        </p:nvCxnSpPr>
        <p:spPr>
          <a:xfrm xmlns:a="http://schemas.openxmlformats.org/drawingml/2006/main">
            <a:off x="4872038" y="5857875"/>
            <a:ext cx="852488" cy="561975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277DC3"/>
            </a:solidFill>
            <a:prstDash val="solid"/>
            <a:tailEnd type="triangle" w="sm" len="sm"/>
          </a:ln>
        </p:spPr>
      </p:cxnSp>
      <p:cxnSp>
        <p:nvCxn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B4E35ED-66A0-496E-832D-88516C59A0CE}"/>
              </a:ext>
            </a:extLst>
          </p:cNvPr>
          <p:cNvCxnSpPr>
            <a:stCxn xmlns:a="http://schemas.openxmlformats.org/drawingml/2006/main" id="25" idx="1"/>
            <a:endCxn xmlns:a="http://schemas.openxmlformats.org/drawingml/2006/main" id="32" idx="3"/>
          </p:cNvCxnSpPr>
          <p:nvPr/>
        </p:nvCxnSpPr>
        <p:spPr>
          <a:xfrm xmlns:a="http://schemas.openxmlformats.org/drawingml/2006/main" flipH="1">
            <a:off x="6038850" y="5248275"/>
            <a:ext cx="1057275" cy="204788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277DC3"/>
            </a:solidFill>
            <a:prstDash val="solid"/>
            <a:tailEnd type="triangle" w="sm" len="sm"/>
          </a:ln>
        </p:spPr>
      </p:cxnSp>
      <p:cxnSp>
        <p:nvCxn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F56694B-AB51-4B7D-A32D-0F8D59E40F1D}"/>
              </a:ext>
            </a:extLst>
          </p:cNvPr>
          <p:cNvCxnSpPr>
            <a:stCxn xmlns:a="http://schemas.openxmlformats.org/drawingml/2006/main" id="30" idx="3"/>
            <a:endCxn xmlns:a="http://schemas.openxmlformats.org/drawingml/2006/main" id="32" idx="1"/>
          </p:cNvCxnSpPr>
          <p:nvPr/>
        </p:nvCxnSpPr>
        <p:spPr>
          <a:xfrm xmlns:a="http://schemas.openxmlformats.org/drawingml/2006/main">
            <a:off x="2876550" y="5453063"/>
            <a:ext cx="828675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277DC3"/>
            </a:solidFill>
            <a:prstDash val="solid"/>
            <a:tailEnd type="triangle" w="sm" len="sm"/>
          </a:ln>
        </p:spPr>
      </p:cxnSp>
      <p:cxnSp>
        <p:nvCxn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46A65CC-EE9C-4A53-A432-E8C55028F279}"/>
              </a:ext>
            </a:extLst>
          </p:cNvPr>
          <p:cNvCxnSpPr>
            <a:stCxn xmlns:a="http://schemas.openxmlformats.org/drawingml/2006/main" id="20" idx="2"/>
            <a:endCxn xmlns:a="http://schemas.openxmlformats.org/drawingml/2006/main" id="30" idx="0"/>
          </p:cNvCxnSpPr>
          <p:nvPr/>
        </p:nvCxnSpPr>
        <p:spPr>
          <a:xfrm xmlns:a="http://schemas.openxmlformats.org/drawingml/2006/main" flipH="1">
            <a:off x="1781175" y="4305300"/>
            <a:ext cx="619125" cy="83820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277DC3"/>
            </a:solidFill>
            <a:prstDash val="solid"/>
            <a:tailEnd type="triangle" w="sm" len="sm"/>
          </a:ln>
        </p:spPr>
      </p:cxnSp>
      <p:cxnSp>
        <p:nvCxn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6118943-82C4-4AED-9749-CB2B19B2BC36}"/>
              </a:ext>
            </a:extLst>
          </p:cNvPr>
          <p:cNvCxnSpPr>
            <a:stCxn xmlns:a="http://schemas.openxmlformats.org/drawingml/2006/main" id="10" idx="2"/>
            <a:endCxn xmlns:a="http://schemas.openxmlformats.org/drawingml/2006/main" id="25" idx="0"/>
          </p:cNvCxnSpPr>
          <p:nvPr/>
        </p:nvCxnSpPr>
        <p:spPr>
          <a:xfrm xmlns:a="http://schemas.openxmlformats.org/drawingml/2006/main">
            <a:off x="8429625" y="3886200"/>
            <a:ext cx="0" cy="76200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277DC3"/>
            </a:solidFill>
            <a:prstDash val="solid"/>
            <a:tailEnd type="triangle" w="sm" len="sm"/>
          </a:ln>
        </p:spPr>
      </p:cxnSp>
      <p:cxnSp>
        <p:nvCxn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F99BB3E-BEB6-4ACA-8DAF-2C5FC69C4E4B}"/>
              </a:ext>
            </a:extLst>
          </p:cNvPr>
          <p:cNvCxnSpPr>
            <a:stCxn xmlns:a="http://schemas.openxmlformats.org/drawingml/2006/main" id="10" idx="1"/>
            <a:endCxn xmlns:a="http://schemas.openxmlformats.org/drawingml/2006/main" id="20" idx="3"/>
          </p:cNvCxnSpPr>
          <p:nvPr/>
        </p:nvCxnSpPr>
        <p:spPr>
          <a:xfrm xmlns:a="http://schemas.openxmlformats.org/drawingml/2006/main" flipH="1">
            <a:off x="4114800" y="3286125"/>
            <a:ext cx="2981325" cy="38100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277DC3"/>
            </a:solidFill>
            <a:prstDash val="solid"/>
            <a:tailEnd type="triangle" w="sm" len="sm"/>
          </a:ln>
        </p:spPr>
      </p:cxnSp>
      <p:cxnSp>
        <p:nvCxn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1D428F4-ACD7-43AE-AC9C-E329CFA2E56B}"/>
              </a:ext>
            </a:extLst>
          </p:cNvPr>
          <p:cNvCxnSpPr>
            <a:stCxn xmlns:a="http://schemas.openxmlformats.org/drawingml/2006/main" id="17" idx="3"/>
            <a:endCxn xmlns:a="http://schemas.openxmlformats.org/drawingml/2006/main" id="18" idx="1"/>
          </p:cNvCxnSpPr>
          <p:nvPr/>
        </p:nvCxnSpPr>
        <p:spPr>
          <a:xfrm xmlns:a="http://schemas.openxmlformats.org/drawingml/2006/main" flipH="1">
            <a:off x="8429625" y="2381727"/>
            <a:ext cx="953" cy="30480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277DC3"/>
            </a:solidFill>
            <a:prstDash val="solid"/>
            <a:tailEnd type="triangle" w="sm" len="sm"/>
          </a:ln>
        </p:spPr>
      </p:cxnSp>
      <p:cxnSp>
        <p:nvCxn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831CE4A-450E-447A-B1E1-02C21A3E489C}"/>
              </a:ext>
            </a:extLst>
          </p:cNvPr>
          <p:cNvCxnSpPr>
            <a:stCxn xmlns:a="http://schemas.openxmlformats.org/drawingml/2006/main" id="14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 flipH="1">
            <a:off x="8429625" y="2381727"/>
            <a:ext cx="1039178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277DC3"/>
            </a:solidFill>
            <a:prstDash val="solid"/>
          </a:ln>
        </p:spPr>
      </p:cxnSp>
      <p:cxnSp>
        <p:nvCxn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DC97B39-0555-4625-B723-56ABAE45DC38}"/>
              </a:ext>
            </a:extLst>
          </p:cNvPr>
          <p:cNvCxnSpPr>
            <a:stCxn xmlns:a="http://schemas.openxmlformats.org/drawingml/2006/main" id="11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 flipH="1">
            <a:off x="9467850" y="1905477"/>
            <a:ext cx="953" cy="47625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277DC3"/>
            </a:solidFill>
            <a:prstDash val="solid"/>
          </a:ln>
        </p:spPr>
      </p:cxnSp>
      <p:cxnSp>
        <p:nvCxn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5B41B14-4981-4EEE-9C70-0BF4760208BD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7159625" y="1581150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277DC3"/>
            </a:solidFill>
            <a:prstDash val="solid"/>
            <a:tailEnd type="triangle" w="sm" len="sm"/>
          </a:ln>
        </p:spPr>
      </p:cxnSp>
      <p:cxnSp>
        <p:nvCxn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4DEC5DC-36E2-400B-8BD0-596C21863DB0}"/>
              </a:ext>
            </a:extLst>
          </p:cNvPr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3508375" y="1581150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277DC3"/>
            </a:solidFill>
            <a:prstDash val="solid"/>
            <a:tailEnd type="triangle" w="sm" len="sm"/>
          </a:ln>
        </p:spPr>
      </p:cxnSp>
      <p:sp>
        <p:nvSpPr>
          <p:cNvPr id="37" name="F-05">
            <a:extLst xmlns:a="http://schemas.openxmlformats.org/drawingml/2006/main">
              <a:ext uri="{FF2B5EF4-FFF2-40B4-BE49-F238E27FC236}">
                <a16:creationId xmlns:a16="http://schemas.microsoft.com/office/drawing/2014/main" id="{65FB0AFD-11F6-40B7-A3E2-D07B67DF9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9075"/>
            <a:ext cx="95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l">
              <a:defRPr sz="1650" b="1">
                <a:solidFill>
                  <a:srgbClr val="277DC3"/>
                </a:solidFill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277DC3"/>
                </a:solidFill>
              </a:defRPr>
            </a:pPr>
            <a:r>
              <a:rPr sz="1650" b="1">
                <a:solidFill>
                  <a:srgbClr val="277DC3"/>
                </a:solidFill>
                <a:latin typeface="Microsoft YaHei"/>
                <a:ea typeface="Microsoft YaHei"/>
                <a:cs typeface="Microsoft YaHei"/>
              </a:rPr>
              <a:t>F-05</a:t>
            </a:r>
          </a:p>
        </p:txBody>
      </p:sp>
      <p:sp>
        <p:nvSpPr>
          <p:cNvPr id="2" name="查询请求的处理路径">
            <a:extLst xmlns:a="http://schemas.openxmlformats.org/drawingml/2006/main">
              <a:ext uri="{FF2B5EF4-FFF2-40B4-BE49-F238E27FC236}">
                <a16:creationId xmlns:a16="http://schemas.microsoft.com/office/drawing/2014/main" id="{0E9E5681-D500-4E92-BE65-13C50A093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152400"/>
            <a:ext cx="9525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l">
              <a:defRPr sz="2400" b="1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233E54"/>
                </a:solidFill>
              </a:defRPr>
            </a:pPr>
            <a:r>
              <a:rPr sz="2400" b="1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查询请求的处理路径</a:t>
            </a:r>
          </a:p>
        </p:txBody>
      </p:sp>
      <p:sp>
        <p:nvSpPr>
          <p:cNvPr id="3" name="boundary">
            <a:extLst xmlns:a="http://schemas.openxmlformats.org/drawingml/2006/main">
              <a:ext uri="{FF2B5EF4-FFF2-40B4-BE49-F238E27FC236}">
                <a16:creationId xmlns:a16="http://schemas.microsoft.com/office/drawing/2014/main" id="{939AF542-0576-4FF6-A33B-245D69FAA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28675"/>
            <a:ext cx="10515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C4D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编码智能体">
            <a:extLst xmlns:a="http://schemas.openxmlformats.org/drawingml/2006/main">
              <a:ext uri="{FF2B5EF4-FFF2-40B4-BE49-F238E27FC236}">
                <a16:creationId xmlns:a16="http://schemas.microsoft.com/office/drawing/2014/main" id="{9EF97FFC-3032-45B9-A24C-F308B3714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257300"/>
            <a:ext cx="288925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EAF4FC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800" b="1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ctr">
              <a:defRPr sz="1800" b="1">
                <a:solidFill>
                  <a:srgbClr val="233E54"/>
                </a:solidFill>
              </a:defRPr>
            </a:pPr>
            <a:r>
              <a:rPr sz="1800" b="1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编码智能体</a:t>
            </a:r>
          </a:p>
        </p:txBody>
      </p:sp>
      <p:sp>
        <p:nvSpPr>
          <p:cNvPr id="5" name="/mcp">
            <a:extLst xmlns:a="http://schemas.openxmlformats.org/drawingml/2006/main">
              <a:ext uri="{FF2B5EF4-FFF2-40B4-BE49-F238E27FC236}">
                <a16:creationId xmlns:a16="http://schemas.microsoft.com/office/drawing/2014/main" id="{178F7CFA-5C9A-426A-848A-87302E1A6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0375" y="1257300"/>
            <a:ext cx="288925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EAF4FC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800" b="1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ctr">
              <a:defRPr sz="1800" b="1">
                <a:solidFill>
                  <a:srgbClr val="233E54"/>
                </a:solidFill>
              </a:defRPr>
            </a:pPr>
            <a:r>
              <a:rPr sz="1800" b="1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/mcp</a:t>
            </a:r>
          </a:p>
        </p:txBody>
      </p:sp>
      <p:sp>
        <p:nvSpPr>
          <p:cNvPr id="6" name="intel-core">
            <a:extLst xmlns:a="http://schemas.openxmlformats.org/drawingml/2006/main">
              <a:ext uri="{FF2B5EF4-FFF2-40B4-BE49-F238E27FC236}">
                <a16:creationId xmlns:a16="http://schemas.microsoft.com/office/drawing/2014/main" id="{3687DD54-2ACC-4838-A973-BA1CA5A65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1625" y="1257300"/>
            <a:ext cx="288925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EAF4FC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800" b="1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ctr">
              <a:defRPr sz="1800" b="1">
                <a:solidFill>
                  <a:srgbClr val="233E54"/>
                </a:solidFill>
              </a:defRPr>
            </a:pPr>
            <a:r>
              <a:rPr sz="1800" b="1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intel-core</a:t>
            </a:r>
          </a:p>
        </p:txBody>
      </p:sp>
      <p:sp>
        <p:nvSpPr>
          <p:cNvPr id="9" name="凭据 / scope / 限流 / 审计">
            <a:extLst xmlns:a="http://schemas.openxmlformats.org/drawingml/2006/main">
              <a:ext uri="{FF2B5EF4-FFF2-40B4-BE49-F238E27FC236}">
                <a16:creationId xmlns:a16="http://schemas.microsoft.com/office/drawing/2014/main" id="{D0EE0B6B-5696-4F33-AC13-9C05FF564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009775"/>
            <a:ext cx="404812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575" b="0">
                <a:solidFill>
                  <a:srgbClr val="657D8E"/>
                </a:solidFill>
              </a:defRPr>
            </a:defPPr>
          </a:lstStyle>
          <a:p xmlns:a="http://schemas.openxmlformats.org/drawingml/2006/main">
            <a:pPr algn="ctr">
              <a:defRPr sz="1575" b="0">
                <a:solidFill>
                  <a:srgbClr val="657D8E"/>
                </a:solidFill>
              </a:defRPr>
            </a:pPr>
            <a:r>
              <a:rPr sz="1575" b="0">
                <a:solidFill>
                  <a:srgbClr val="657D8E"/>
                </a:solidFill>
                <a:latin typeface="Microsoft YaHei"/>
                <a:ea typeface="Microsoft YaHei"/>
                <a:cs typeface="Microsoft YaHei"/>
              </a:rPr>
              <a:t>凭据 / scope / 限流 / 审计</a:t>
            </a:r>
          </a:p>
        </p:txBody>
      </p:sp>
      <p:sp>
        <p:nvSpPr>
          <p:cNvPr id="10" name="耗时估计">
            <a:extLst xmlns:a="http://schemas.openxmlformats.org/drawingml/2006/main">
              <a:ext uri="{FF2B5EF4-FFF2-40B4-BE49-F238E27FC236}">
                <a16:creationId xmlns:a16="http://schemas.microsoft.com/office/drawing/2014/main" id="{A3A79F1A-4199-4B0F-9CCE-1713395C3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2686050"/>
            <a:ext cx="2667000" cy="120015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FFF1CB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950" b="1">
                <a:solidFill>
                  <a:srgbClr val="A67A20"/>
                </a:solidFill>
              </a:defRPr>
            </a:defPPr>
          </a:lstStyle>
          <a:p xmlns:a="http://schemas.openxmlformats.org/drawingml/2006/main">
            <a:pPr algn="ctr">
              <a:defRPr sz="1950" b="1">
                <a:solidFill>
                  <a:srgbClr val="A67A20"/>
                </a:solidFill>
              </a:defRPr>
            </a:pPr>
            <a:r>
              <a:rPr sz="1950" b="1">
                <a:solidFill>
                  <a:srgbClr val="A67A20"/>
                </a:solidFill>
                <a:latin typeface="Microsoft YaHei"/>
                <a:ea typeface="Microsoft YaHei"/>
                <a:cs typeface="Microsoft YaHei"/>
              </a:rPr>
              <a:t>耗时估计</a:t>
            </a:r>
          </a:p>
        </p:txBody>
      </p:sp>
      <p:sp>
        <p:nvSpPr>
          <p:cNvPr id="11" name="boundary">
            <a:extLst xmlns:a="http://schemas.openxmlformats.org/drawingml/2006/main">
              <a:ext uri="{FF2B5EF4-FFF2-40B4-BE49-F238E27FC236}">
                <a16:creationId xmlns:a16="http://schemas.microsoft.com/office/drawing/2014/main" id="{89D00039-C2EE-49B6-9722-16AAD9BAB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19050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2" name="boundary">
            <a:extLst xmlns:a="http://schemas.openxmlformats.org/drawingml/2006/main">
              <a:ext uri="{FF2B5EF4-FFF2-40B4-BE49-F238E27FC236}">
                <a16:creationId xmlns:a16="http://schemas.microsoft.com/office/drawing/2014/main" id="{2A523CD2-950F-49CA-9207-9D933B621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3812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4" name="boundary">
            <a:extLst xmlns:a="http://schemas.openxmlformats.org/drawingml/2006/main">
              <a:ext uri="{FF2B5EF4-FFF2-40B4-BE49-F238E27FC236}">
                <a16:creationId xmlns:a16="http://schemas.microsoft.com/office/drawing/2014/main" id="{AAA3A7B6-1942-4896-B9A5-8035F4756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3812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5" name="boundary">
            <a:extLst xmlns:a="http://schemas.openxmlformats.org/drawingml/2006/main">
              <a:ext uri="{FF2B5EF4-FFF2-40B4-BE49-F238E27FC236}">
                <a16:creationId xmlns:a16="http://schemas.microsoft.com/office/drawing/2014/main" id="{3B7A6151-B0AB-4BFD-B354-BF06721CA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23812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7" name="boundary">
            <a:extLst xmlns:a="http://schemas.openxmlformats.org/drawingml/2006/main">
              <a:ext uri="{FF2B5EF4-FFF2-40B4-BE49-F238E27FC236}">
                <a16:creationId xmlns:a16="http://schemas.microsoft.com/office/drawing/2014/main" id="{AD11D428-9E7E-481C-9EFD-A0B6BD2AD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23812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8" name="boundary">
            <a:extLst xmlns:a="http://schemas.openxmlformats.org/drawingml/2006/main">
              <a:ext uri="{FF2B5EF4-FFF2-40B4-BE49-F238E27FC236}">
                <a16:creationId xmlns:a16="http://schemas.microsoft.com/office/drawing/2014/main" id="{D007A0F9-03B0-41F6-95DB-9DD487316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26860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0" name="boundary">
            <a:extLst xmlns:a="http://schemas.openxmlformats.org/drawingml/2006/main">
              <a:ext uri="{FF2B5EF4-FFF2-40B4-BE49-F238E27FC236}">
                <a16:creationId xmlns:a16="http://schemas.microsoft.com/office/drawing/2014/main" id="{019C15D5-BC29-4F82-BF54-5C15F5E2D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28950"/>
            <a:ext cx="3429000" cy="1276350"/>
          </a:xfrm>
          <a:prstGeom xmlns:a="http://schemas.openxmlformats.org/drawingml/2006/main" prst="roundRect">
            <a:avLst>
              <a:gd name="adj" fmla="val 8955"/>
            </a:avLst>
          </a:prstGeom>
          <a:solidFill xmlns:a="http://schemas.openxmlformats.org/drawingml/2006/main">
            <a:srgbClr val="EAF4FC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</p:sp>
      <p:sp>
        <p:nvSpPr>
          <p:cNvPr id="21" name="同步求解">
            <a:extLst xmlns:a="http://schemas.openxmlformats.org/drawingml/2006/main">
              <a:ext uri="{FF2B5EF4-FFF2-40B4-BE49-F238E27FC236}">
                <a16:creationId xmlns:a16="http://schemas.microsoft.com/office/drawing/2014/main" id="{D7DF333A-F968-4E4E-8BA7-DF66F443C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24200"/>
            <a:ext cx="3238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875" b="1">
                <a:solidFill>
                  <a:srgbClr val="277DC3"/>
                </a:solidFill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277DC3"/>
                </a:solidFill>
              </a:defRPr>
            </a:pPr>
            <a:r>
              <a:rPr sz="1875" b="1">
                <a:solidFill>
                  <a:srgbClr val="277DC3"/>
                </a:solidFill>
                <a:latin typeface="Microsoft YaHei"/>
                <a:ea typeface="Microsoft YaHei"/>
                <a:cs typeface="Microsoft YaHei"/>
              </a:rPr>
              <a:t>同步求解</a:t>
            </a:r>
          </a:p>
        </p:txBody>
      </p:sp>
      <p:sp>
        <p:nvSpPr>
          <p:cNvPr id="22" name="版本 / QA + Critic">
            <a:extLst xmlns:a="http://schemas.openxmlformats.org/drawingml/2006/main">
              <a:ext uri="{FF2B5EF4-FFF2-40B4-BE49-F238E27FC236}">
                <a16:creationId xmlns:a16="http://schemas.microsoft.com/office/drawing/2014/main" id="{C7DA39E2-FEF8-4966-BA81-7EAE1CD52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52825"/>
            <a:ext cx="32004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575" b="0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ctr">
              <a:defRPr sz="1575" b="0">
                <a:solidFill>
                  <a:srgbClr val="233E54"/>
                </a:solidFill>
              </a:defRPr>
            </a:pPr>
            <a:r>
              <a:rPr sz="1575" b="0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版本 / QA + Critic</a:t>
            </a:r>
          </a:p>
        </p:txBody>
      </p:sp>
      <p:sp>
        <p:nvSpPr>
          <p:cNvPr id="24" name="≤60 s">
            <a:extLst xmlns:a="http://schemas.openxmlformats.org/drawingml/2006/main">
              <a:ext uri="{FF2B5EF4-FFF2-40B4-BE49-F238E27FC236}">
                <a16:creationId xmlns:a16="http://schemas.microsoft.com/office/drawing/2014/main" id="{AE0D14F6-15D5-4567-8504-5A048A603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3048000"/>
            <a:ext cx="18573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800" b="1">
                <a:solidFill>
                  <a:srgbClr val="277DC3"/>
                </a:solidFill>
              </a:defRPr>
            </a:defPPr>
          </a:lstStyle>
          <a:p xmlns:a="http://schemas.openxmlformats.org/drawingml/2006/main">
            <a:pPr algn="ctr">
              <a:defRPr sz="1800" b="1">
                <a:solidFill>
                  <a:srgbClr val="277DC3"/>
                </a:solidFill>
              </a:defRPr>
            </a:pPr>
            <a:r>
              <a:rPr sz="1800" b="1">
                <a:solidFill>
                  <a:srgbClr val="277DC3"/>
                </a:solidFill>
                <a:latin typeface="Microsoft YaHei"/>
                <a:ea typeface="Microsoft YaHei"/>
                <a:cs typeface="Microsoft YaHei"/>
              </a:rPr>
              <a:t>≤60 s</a:t>
            </a:r>
          </a:p>
        </p:txBody>
      </p:sp>
      <p:sp>
        <p:nvSpPr>
          <p:cNvPr id="25" name="boundary">
            <a:extLst xmlns:a="http://schemas.openxmlformats.org/drawingml/2006/main">
              <a:ext uri="{FF2B5EF4-FFF2-40B4-BE49-F238E27FC236}">
                <a16:creationId xmlns:a16="http://schemas.microsoft.com/office/drawing/2014/main" id="{46EC8891-5E24-452F-BC83-99FAD4F36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4648200"/>
            <a:ext cx="266700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E5F0DA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</p:sp>
      <p:sp>
        <p:nvSpPr>
          <p:cNvPr id="26" name="TaskHandle">
            <a:extLst xmlns:a="http://schemas.openxmlformats.org/drawingml/2006/main">
              <a:ext uri="{FF2B5EF4-FFF2-40B4-BE49-F238E27FC236}">
                <a16:creationId xmlns:a16="http://schemas.microsoft.com/office/drawing/2014/main" id="{CD566F85-5D16-4919-A52A-511B3DDFD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4743450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875" b="1">
                <a:solidFill>
                  <a:srgbClr val="547D45"/>
                </a:solidFill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547D45"/>
                </a:solidFill>
              </a:defRPr>
            </a:pPr>
            <a:r>
              <a:rPr sz="1875" b="1">
                <a:solidFill>
                  <a:srgbClr val="547D45"/>
                </a:solidFill>
                <a:latin typeface="Microsoft YaHei"/>
                <a:ea typeface="Microsoft YaHei"/>
                <a:cs typeface="Microsoft YaHei"/>
              </a:rPr>
              <a:t>TaskHandle</a:t>
            </a:r>
          </a:p>
        </p:txBody>
      </p:sp>
      <p:sp>
        <p:nvSpPr>
          <p:cNvPr id="27" name="get_task_result">
            <a:extLst xmlns:a="http://schemas.openxmlformats.org/drawingml/2006/main">
              <a:ext uri="{FF2B5EF4-FFF2-40B4-BE49-F238E27FC236}">
                <a16:creationId xmlns:a16="http://schemas.microsoft.com/office/drawing/2014/main" id="{18F11A08-2813-4AD9-B3AF-85A8ED8DC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0425" y="5172075"/>
            <a:ext cx="2438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575" b="0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ctr">
              <a:defRPr sz="1575" b="0">
                <a:solidFill>
                  <a:srgbClr val="233E54"/>
                </a:solidFill>
              </a:defRPr>
            </a:pPr>
            <a:r>
              <a:rPr sz="1575" b="0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get_task_result</a:t>
            </a:r>
          </a:p>
        </p:txBody>
      </p:sp>
      <p:sp>
        <p:nvSpPr>
          <p:cNvPr id="29" name="&gt;60 s">
            <a:extLst xmlns:a="http://schemas.openxmlformats.org/drawingml/2006/main">
              <a:ext uri="{FF2B5EF4-FFF2-40B4-BE49-F238E27FC236}">
                <a16:creationId xmlns:a16="http://schemas.microsoft.com/office/drawing/2014/main" id="{314B54B8-55D9-40FD-80E7-984749DCB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010025"/>
            <a:ext cx="1295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l">
              <a:defRPr sz="1800" b="1">
                <a:solidFill>
                  <a:srgbClr val="547D45"/>
                </a:solidFill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547D45"/>
                </a:solidFill>
              </a:defRPr>
            </a:pPr>
            <a:r>
              <a:rPr sz="1800" b="1">
                <a:solidFill>
                  <a:srgbClr val="547D45"/>
                </a:solidFill>
                <a:latin typeface="Microsoft YaHei"/>
                <a:ea typeface="Microsoft YaHei"/>
                <a:cs typeface="Microsoft YaHei"/>
              </a:rPr>
              <a:t>&gt;60 s</a:t>
            </a:r>
          </a:p>
        </p:txBody>
      </p:sp>
      <p:sp>
        <p:nvSpPr>
          <p:cNvPr id="30" name="合规过滤">
            <a:extLst xmlns:a="http://schemas.openxmlformats.org/drawingml/2006/main">
              <a:ext uri="{FF2B5EF4-FFF2-40B4-BE49-F238E27FC236}">
                <a16:creationId xmlns:a16="http://schemas.microsoft.com/office/drawing/2014/main" id="{455199F9-1A31-41D5-A2E7-A19311AE2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0"/>
            <a:ext cx="2190750" cy="619125"/>
          </a:xfrm>
          <a:prstGeom xmlns:a="http://schemas.openxmlformats.org/drawingml/2006/main" prst="roundRect">
            <a:avLst>
              <a:gd name="adj" fmla="val 18462"/>
            </a:avLst>
          </a:prstGeom>
          <a:solidFill xmlns:a="http://schemas.openxmlformats.org/drawingml/2006/main">
            <a:srgbClr val="EAF4FC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725" b="1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ctr">
              <a:defRPr sz="1725" b="1">
                <a:solidFill>
                  <a:srgbClr val="233E54"/>
                </a:solidFill>
              </a:defRPr>
            </a:pPr>
            <a:r>
              <a:rPr sz="1725" b="1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合规过滤</a:t>
            </a:r>
          </a:p>
        </p:txBody>
      </p:sp>
      <p:sp>
        <p:nvSpPr>
          <p:cNvPr id="32" name="结果裁剪 ≤8k tokens">
            <a:extLst xmlns:a="http://schemas.openxmlformats.org/drawingml/2006/main">
              <a:ext uri="{FF2B5EF4-FFF2-40B4-BE49-F238E27FC236}">
                <a16:creationId xmlns:a16="http://schemas.microsoft.com/office/drawing/2014/main" id="{3A4AE6FB-359E-4348-90C2-93C17BE06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5048250"/>
            <a:ext cx="2333625" cy="809625"/>
          </a:xfrm>
          <a:prstGeom xmlns:a="http://schemas.openxmlformats.org/drawingml/2006/main" prst="roundRect">
            <a:avLst>
              <a:gd name="adj" fmla="val 14118"/>
            </a:avLst>
          </a:prstGeom>
          <a:solidFill xmlns:a="http://schemas.openxmlformats.org/drawingml/2006/main">
            <a:srgbClr val="EAF4FC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725" b="1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ctr">
              <a:defRPr sz="1725" b="1">
                <a:solidFill>
                  <a:srgbClr val="233E54"/>
                </a:solidFill>
              </a:defRPr>
            </a:pPr>
            <a:r>
              <a:rPr sz="1725" b="1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结果裁剪</a:t>
            </a:r>
          </a:p>
          <a:p xmlns:a="http://schemas.openxmlformats.org/drawingml/2006/main">
            <a:pPr algn="ctr">
              <a:defRPr sz="1725" b="1">
                <a:solidFill>
                  <a:srgbClr val="233E54"/>
                </a:solidFill>
              </a:defRPr>
            </a:pPr>
            <a:r>
              <a:rPr sz="1725" b="1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≤8k tokens</a:t>
            </a:r>
          </a:p>
        </p:txBody>
      </p:sp>
      <p:sp>
        <p:nvSpPr>
          <p:cNvPr id="35" name="返回 / 分页续取">
            <a:extLst xmlns:a="http://schemas.openxmlformats.org/drawingml/2006/main">
              <a:ext uri="{FF2B5EF4-FFF2-40B4-BE49-F238E27FC236}">
                <a16:creationId xmlns:a16="http://schemas.microsoft.com/office/drawing/2014/main" id="{E267358F-5AAA-4130-B3BE-A8A31328E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6419850"/>
            <a:ext cx="4038600" cy="619125"/>
          </a:xfrm>
          <a:prstGeom xmlns:a="http://schemas.openxmlformats.org/drawingml/2006/main" prst="roundRect">
            <a:avLst>
              <a:gd name="adj" fmla="val 18462"/>
            </a:avLst>
          </a:prstGeom>
          <a:solidFill xmlns:a="http://schemas.openxmlformats.org/drawingml/2006/main">
            <a:srgbClr val="277DC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725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ctr"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返回 / 分页续取</a:t>
            </a:r>
          </a:p>
        </p:txBody>
      </p:sp>
    </p:spTree>
    <p:extLst>
      <p:ext uri="{BB962C8B-B14F-4D97-AF65-F5344CB8AC3E}">
        <p14:creationId xmlns:p14="http://schemas.microsoft.com/office/powerpoint/2010/main" val="159179119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382BFEFE-2669-4A4D-AA52-DF7A9C8B53BD}"/>
              </a:ext>
            </a:extLst>
          </p:cNvPr>
          <p:cNvCxnSpPr>
            <a:stCxn xmlns:a="http://schemas.openxmlformats.org/drawingml/2006/main" id="49" idx="3"/>
            <a:endCxn xmlns:a="http://schemas.openxmlformats.org/drawingml/2006/main" id="50" idx="1"/>
          </p:cNvCxnSpPr>
          <p:nvPr/>
        </p:nvCxnSpPr>
        <p:spPr>
          <a:xfrm xmlns:a="http://schemas.openxmlformats.org/drawingml/2006/main" flipH="1">
            <a:off x="7915275" y="4439127"/>
            <a:ext cx="1420178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547D45"/>
            </a:solidFill>
            <a:prstDash val="dash"/>
          </a:ln>
        </p:spPr>
      </p:cxnSp>
      <p:cxnSp>
        <p:nvCxn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5C6150FE-20AE-478A-8FE2-48920666EAF1}"/>
              </a:ext>
            </a:extLst>
          </p:cNvPr>
          <p:cNvCxnSpPr>
            <a:stCxn xmlns:a="http://schemas.openxmlformats.org/drawingml/2006/main" id="46" idx="3"/>
            <a:endCxn xmlns:a="http://schemas.openxmlformats.org/drawingml/2006/main" id="47" idx="1"/>
          </p:cNvCxnSpPr>
          <p:nvPr/>
        </p:nvCxnSpPr>
        <p:spPr>
          <a:xfrm xmlns:a="http://schemas.openxmlformats.org/drawingml/2006/main" flipH="1" flipV="1">
            <a:off x="9334500" y="4439127"/>
            <a:ext cx="953" cy="466725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547D45"/>
            </a:solidFill>
            <a:prstDash val="dash"/>
          </a:ln>
        </p:spPr>
      </p:cxnSp>
      <p:cxnSp>
        <p:nvCxn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D99BF4E5-8DF3-4DDA-9769-D1B516E2E327}"/>
              </a:ext>
            </a:extLst>
          </p:cNvPr>
          <p:cNvCxnSpPr>
            <a:stCxn xmlns:a="http://schemas.openxmlformats.org/drawingml/2006/main" id="43" idx="3"/>
            <a:endCxn xmlns:a="http://schemas.openxmlformats.org/drawingml/2006/main" id="44" idx="1"/>
          </p:cNvCxnSpPr>
          <p:nvPr/>
        </p:nvCxnSpPr>
        <p:spPr>
          <a:xfrm xmlns:a="http://schemas.openxmlformats.org/drawingml/2006/main" flipH="1" flipV="1">
            <a:off x="5695950" y="4439127"/>
            <a:ext cx="953" cy="466725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547D45"/>
            </a:solidFill>
            <a:prstDash val="dash"/>
          </a:ln>
        </p:spPr>
      </p:cxnSp>
      <p:cxnSp>
        <p:nvCxn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3965E8A-32CC-4F24-A145-AF1597717308}"/>
              </a:ext>
            </a:extLst>
          </p:cNvPr>
          <p:cNvCxnSpPr>
            <a:stCxn xmlns:a="http://schemas.openxmlformats.org/drawingml/2006/main" id="40" idx="3"/>
            <a:endCxn xmlns:a="http://schemas.openxmlformats.org/drawingml/2006/main" id="41" idx="1"/>
          </p:cNvCxnSpPr>
          <p:nvPr/>
        </p:nvCxnSpPr>
        <p:spPr>
          <a:xfrm xmlns:a="http://schemas.openxmlformats.org/drawingml/2006/main" flipH="1" flipV="1">
            <a:off x="7915275" y="3839052"/>
            <a:ext cx="953" cy="600075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547D45"/>
            </a:solidFill>
            <a:prstDash val="dash"/>
            <a:tailEnd type="triangle" w="sm" len="sm"/>
          </a:ln>
        </p:spPr>
      </p:cxnSp>
      <p:cxnSp>
        <p:nvCxn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2845FF6-2C21-4204-8964-775949FDAE2B}"/>
              </a:ext>
            </a:extLst>
          </p:cNvPr>
          <p:cNvCxnSpPr>
            <a:stCxn xmlns:a="http://schemas.openxmlformats.org/drawingml/2006/main" id="37" idx="3"/>
            <a:endCxn xmlns:a="http://schemas.openxmlformats.org/drawingml/2006/main" id="38" idx="1"/>
          </p:cNvCxnSpPr>
          <p:nvPr/>
        </p:nvCxnSpPr>
        <p:spPr>
          <a:xfrm xmlns:a="http://schemas.openxmlformats.org/drawingml/2006/main">
            <a:off x="2067878" y="4439127"/>
            <a:ext cx="5847397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547D45"/>
            </a:solidFill>
            <a:prstDash val="dash"/>
          </a:ln>
        </p:spPr>
      </p:cxnSp>
      <p:cxnSp>
        <p:nvCxn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F7C1787-4EFC-4910-B572-0FA13FBDDA12}"/>
              </a:ext>
            </a:extLst>
          </p:cNvPr>
          <p:cNvCxnSpPr>
            <a:stCxn xmlns:a="http://schemas.openxmlformats.org/drawingml/2006/main" id="34" idx="3"/>
            <a:endCxn xmlns:a="http://schemas.openxmlformats.org/drawingml/2006/main" id="35" idx="1"/>
          </p:cNvCxnSpPr>
          <p:nvPr/>
        </p:nvCxnSpPr>
        <p:spPr>
          <a:xfrm xmlns:a="http://schemas.openxmlformats.org/drawingml/2006/main" flipH="1" flipV="1">
            <a:off x="2066925" y="4439127"/>
            <a:ext cx="953" cy="466725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547D45"/>
            </a:solidFill>
            <a:prstDash val="dash"/>
          </a:ln>
        </p:spPr>
      </p:cxnSp>
      <p:cxnSp>
        <p:nvCxn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D406E39-8AA2-4C48-A8EF-AB9D297DFF4E}"/>
              </a:ext>
            </a:extLst>
          </p:cNvPr>
          <p:cNvCxnSpPr>
            <a:stCxn xmlns:a="http://schemas.openxmlformats.org/drawingml/2006/main" id="9" idx="2"/>
            <a:endCxn xmlns:a="http://schemas.openxmlformats.org/drawingml/2006/main" id="30" idx="0"/>
          </p:cNvCxnSpPr>
          <p:nvPr/>
        </p:nvCxnSpPr>
        <p:spPr>
          <a:xfrm xmlns:a="http://schemas.openxmlformats.org/drawingml/2006/main" flipH="1">
            <a:off x="9329738" y="3838575"/>
            <a:ext cx="728663" cy="106680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277DC3"/>
            </a:solidFill>
            <a:prstDash val="solid"/>
            <a:tailEnd type="triangle" w="sm" len="sm"/>
          </a:ln>
        </p:spPr>
      </p:cxnSp>
      <p:cxnSp>
        <p:nvCxn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5761128-961B-4B32-BAA1-F606B282EBBF}"/>
              </a:ext>
            </a:extLst>
          </p:cNvPr>
          <p:cNvCxnSpPr>
            <a:stCxn xmlns:a="http://schemas.openxmlformats.org/drawingml/2006/main" id="20" idx="3"/>
            <a:endCxn xmlns:a="http://schemas.openxmlformats.org/drawingml/2006/main" id="21" idx="1"/>
          </p:cNvCxnSpPr>
          <p:nvPr/>
        </p:nvCxnSpPr>
        <p:spPr>
          <a:xfrm xmlns:a="http://schemas.openxmlformats.org/drawingml/2006/main" flipH="1">
            <a:off x="1428750" y="2467452"/>
            <a:ext cx="953" cy="581025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277DC3"/>
            </a:solidFill>
            <a:prstDash val="solid"/>
            <a:tailEnd type="triangle" w="sm" len="sm"/>
          </a:ln>
        </p:spPr>
      </p:cxnSp>
      <p:cxnSp>
        <p:nvCxn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09310C3-9346-4BB7-B638-A67FDD75CF3F}"/>
              </a:ext>
            </a:extLst>
          </p:cNvPr>
          <p:cNvCxnSpPr>
            <a:stCxn xmlns:a="http://schemas.openxmlformats.org/drawingml/2006/main" id="17" idx="3"/>
            <a:endCxn xmlns:a="http://schemas.openxmlformats.org/drawingml/2006/main" id="18" idx="1"/>
          </p:cNvCxnSpPr>
          <p:nvPr/>
        </p:nvCxnSpPr>
        <p:spPr>
          <a:xfrm xmlns:a="http://schemas.openxmlformats.org/drawingml/2006/main" flipH="1">
            <a:off x="1428750" y="2467452"/>
            <a:ext cx="4287203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277DC3"/>
            </a:solidFill>
            <a:prstDash val="solid"/>
          </a:ln>
        </p:spPr>
      </p:cxnSp>
      <p:cxnSp>
        <p:nvCxn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F772B1D-19AE-48EF-87D1-0B26DFBC1725}"/>
              </a:ext>
            </a:extLst>
          </p:cNvPr>
          <p:cNvCxnSpPr>
            <a:stCxn xmlns:a="http://schemas.openxmlformats.org/drawingml/2006/main" id="14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 flipH="1">
            <a:off x="5715000" y="1962627"/>
            <a:ext cx="953" cy="504825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277DC3"/>
            </a:solidFill>
            <a:prstDash val="solid"/>
          </a:ln>
        </p:spPr>
      </p:cxnSp>
      <p:cxnSp>
        <p:nvCxn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C6E8E68-848E-49BB-85CC-B24FA903785B}"/>
              </a:ext>
            </a:extLst>
          </p:cNvPr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8829675" y="3443288"/>
            <a:ext cx="28575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277DC3"/>
            </a:solidFill>
            <a:prstDash val="solid"/>
            <a:tailEnd type="triangle" w="sm" len="sm"/>
          </a:ln>
        </p:spPr>
      </p:cxnSp>
      <p:cxnSp>
        <p:nvCxn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D39C914-3687-4F20-A2DA-9CFA52B07304}"/>
              </a:ext>
            </a:extLst>
          </p:cNvPr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6657975" y="3443288"/>
            <a:ext cx="28575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277DC3"/>
            </a:solidFill>
            <a:prstDash val="solid"/>
            <a:tailEnd type="triangle" w="sm" len="sm"/>
          </a:ln>
        </p:spPr>
      </p:cxnSp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F5EFFD7-574B-4BCE-B2F3-0BC4598AC6FE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4486275" y="3443288"/>
            <a:ext cx="28575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277DC3"/>
            </a:solidFill>
            <a:prstDash val="solid"/>
            <a:tailEnd type="triangle" w="sm" len="sm"/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C0A01E5-7F61-4F2A-9590-D0BD0328651B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2314575" y="3443288"/>
            <a:ext cx="28575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277DC3"/>
            </a:solidFill>
            <a:prstDash val="solid"/>
            <a:tailEnd type="triangle" w="sm" len="sm"/>
          </a:ln>
        </p:spPr>
      </p:cxnSp>
      <p:sp>
        <p:nvSpPr>
          <p:cNvPr id="56" name="F-06">
            <a:extLst xmlns:a="http://schemas.openxmlformats.org/drawingml/2006/main">
              <a:ext uri="{FF2B5EF4-FFF2-40B4-BE49-F238E27FC236}">
                <a16:creationId xmlns:a16="http://schemas.microsoft.com/office/drawing/2014/main" id="{FC46BA54-23B2-43B3-BD2B-3550B44B3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9075"/>
            <a:ext cx="95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l">
              <a:defRPr sz="1650" b="1">
                <a:solidFill>
                  <a:srgbClr val="277DC3"/>
                </a:solidFill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277DC3"/>
                </a:solidFill>
              </a:defRPr>
            </a:pPr>
            <a:r>
              <a:rPr sz="1650" b="1">
                <a:solidFill>
                  <a:srgbClr val="277DC3"/>
                </a:solidFill>
                <a:latin typeface="Microsoft YaHei"/>
                <a:ea typeface="Microsoft YaHei"/>
                <a:cs typeface="Microsoft YaHei"/>
              </a:rPr>
              <a:t>F-06</a:t>
            </a:r>
          </a:p>
        </p:txBody>
      </p:sp>
      <p:sp>
        <p:nvSpPr>
          <p:cNvPr id="2" name="九个智能体的协作关系">
            <a:extLst xmlns:a="http://schemas.openxmlformats.org/drawingml/2006/main">
              <a:ext uri="{FF2B5EF4-FFF2-40B4-BE49-F238E27FC236}">
                <a16:creationId xmlns:a16="http://schemas.microsoft.com/office/drawing/2014/main" id="{2AB6C828-DA99-4EE3-B881-AEECA8544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152400"/>
            <a:ext cx="9525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l">
              <a:defRPr sz="2400" b="1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233E54"/>
                </a:solidFill>
              </a:defRPr>
            </a:pPr>
            <a:r>
              <a:rPr sz="2400" b="1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九个智能体的协作关系</a:t>
            </a:r>
          </a:p>
        </p:txBody>
      </p:sp>
      <p:sp>
        <p:nvSpPr>
          <p:cNvPr id="3" name="boundary">
            <a:extLst xmlns:a="http://schemas.openxmlformats.org/drawingml/2006/main">
              <a:ext uri="{FF2B5EF4-FFF2-40B4-BE49-F238E27FC236}">
                <a16:creationId xmlns:a16="http://schemas.microsoft.com/office/drawing/2014/main" id="{FD7D2A76-5DF9-4C87-8FEE-7754D0C1F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28675"/>
            <a:ext cx="10515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C4D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Orchestrator">
            <a:extLst xmlns:a="http://schemas.openxmlformats.org/drawingml/2006/main">
              <a:ext uri="{FF2B5EF4-FFF2-40B4-BE49-F238E27FC236}">
                <a16:creationId xmlns:a16="http://schemas.microsoft.com/office/drawing/2014/main" id="{AA44057F-41FF-4C4A-BA74-91D55A5C0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1181100"/>
            <a:ext cx="3048000" cy="781050"/>
          </a:xfrm>
          <a:prstGeom xmlns:a="http://schemas.openxmlformats.org/drawingml/2006/main" prst="hexagon">
            <a:avLst/>
          </a:prstGeom>
          <a:solidFill xmlns:a="http://schemas.openxmlformats.org/drawingml/2006/main">
            <a:srgbClr val="277DC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2100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ctr"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Orchestrator</a:t>
            </a:r>
          </a:p>
        </p:txBody>
      </p:sp>
      <p:sp>
        <p:nvSpPr>
          <p:cNvPr id="5" name="Collector">
            <a:extLst xmlns:a="http://schemas.openxmlformats.org/drawingml/2006/main">
              <a:ext uri="{FF2B5EF4-FFF2-40B4-BE49-F238E27FC236}">
                <a16:creationId xmlns:a16="http://schemas.microsoft.com/office/drawing/2014/main" id="{F7A7E307-EA08-46A2-83CD-F84345BE3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3048000"/>
            <a:ext cx="1885950" cy="790575"/>
          </a:xfrm>
          <a:prstGeom xmlns:a="http://schemas.openxmlformats.org/drawingml/2006/main" prst="roundRect">
            <a:avLst>
              <a:gd name="adj" fmla="val 14458"/>
            </a:avLst>
          </a:prstGeom>
          <a:solidFill xmlns:a="http://schemas.openxmlformats.org/drawingml/2006/main">
            <a:srgbClr val="EAF4FC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800" b="1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ctr">
              <a:defRPr sz="1800" b="1">
                <a:solidFill>
                  <a:srgbClr val="233E54"/>
                </a:solidFill>
              </a:defRPr>
            </a:pPr>
            <a:r>
              <a:rPr sz="1800" b="1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Collector</a:t>
            </a:r>
          </a:p>
        </p:txBody>
      </p:sp>
      <p:sp>
        <p:nvSpPr>
          <p:cNvPr id="6" name="Triage">
            <a:extLst xmlns:a="http://schemas.openxmlformats.org/drawingml/2006/main">
              <a:ext uri="{FF2B5EF4-FFF2-40B4-BE49-F238E27FC236}">
                <a16:creationId xmlns:a16="http://schemas.microsoft.com/office/drawing/2014/main" id="{8D442244-6B8E-4AF0-BB1D-97A4C421D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0325" y="3048000"/>
            <a:ext cx="1885950" cy="790575"/>
          </a:xfrm>
          <a:prstGeom xmlns:a="http://schemas.openxmlformats.org/drawingml/2006/main" prst="roundRect">
            <a:avLst>
              <a:gd name="adj" fmla="val 14458"/>
            </a:avLst>
          </a:prstGeom>
          <a:solidFill xmlns:a="http://schemas.openxmlformats.org/drawingml/2006/main">
            <a:srgbClr val="EAF4FC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800" b="1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ctr">
              <a:defRPr sz="1800" b="1">
                <a:solidFill>
                  <a:srgbClr val="233E54"/>
                </a:solidFill>
              </a:defRPr>
            </a:pPr>
            <a:r>
              <a:rPr sz="1800" b="1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Triage</a:t>
            </a:r>
          </a:p>
        </p:txBody>
      </p:sp>
      <p:sp>
        <p:nvSpPr>
          <p:cNvPr id="7" name="Enricher">
            <a:extLst xmlns:a="http://schemas.openxmlformats.org/drawingml/2006/main">
              <a:ext uri="{FF2B5EF4-FFF2-40B4-BE49-F238E27FC236}">
                <a16:creationId xmlns:a16="http://schemas.microsoft.com/office/drawing/2014/main" id="{BCAE66B5-DDE1-4CFF-BFA2-069DB3E82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3048000"/>
            <a:ext cx="1885950" cy="790575"/>
          </a:xfrm>
          <a:prstGeom xmlns:a="http://schemas.openxmlformats.org/drawingml/2006/main" prst="roundRect">
            <a:avLst>
              <a:gd name="adj" fmla="val 14458"/>
            </a:avLst>
          </a:prstGeom>
          <a:solidFill xmlns:a="http://schemas.openxmlformats.org/drawingml/2006/main">
            <a:srgbClr val="EAF4FC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800" b="1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ctr">
              <a:defRPr sz="1800" b="1">
                <a:solidFill>
                  <a:srgbClr val="233E54"/>
                </a:solidFill>
              </a:defRPr>
            </a:pPr>
            <a:r>
              <a:rPr sz="1800" b="1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Enricher</a:t>
            </a:r>
          </a:p>
        </p:txBody>
      </p:sp>
      <p:sp>
        <p:nvSpPr>
          <p:cNvPr id="8" name="Critic">
            <a:extLst xmlns:a="http://schemas.openxmlformats.org/drawingml/2006/main">
              <a:ext uri="{FF2B5EF4-FFF2-40B4-BE49-F238E27FC236}">
                <a16:creationId xmlns:a16="http://schemas.microsoft.com/office/drawing/2014/main" id="{C04BBEEC-42F9-4B70-AB3E-FBEDF7BE8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3725" y="3048000"/>
            <a:ext cx="1885950" cy="790575"/>
          </a:xfrm>
          <a:prstGeom xmlns:a="http://schemas.openxmlformats.org/drawingml/2006/main" prst="roundRect">
            <a:avLst>
              <a:gd name="adj" fmla="val 14458"/>
            </a:avLst>
          </a:prstGeom>
          <a:solidFill xmlns:a="http://schemas.openxmlformats.org/drawingml/2006/main">
            <a:srgbClr val="EAF4FC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800" b="1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ctr">
              <a:defRPr sz="1800" b="1">
                <a:solidFill>
                  <a:srgbClr val="233E54"/>
                </a:solidFill>
              </a:defRPr>
            </a:pPr>
            <a:r>
              <a:rPr sz="1800" b="1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Critic</a:t>
            </a:r>
          </a:p>
        </p:txBody>
      </p:sp>
      <p:sp>
        <p:nvSpPr>
          <p:cNvPr id="9" name="GraphWriter">
            <a:extLst xmlns:a="http://schemas.openxmlformats.org/drawingml/2006/main">
              <a:ext uri="{FF2B5EF4-FFF2-40B4-BE49-F238E27FC236}">
                <a16:creationId xmlns:a16="http://schemas.microsoft.com/office/drawing/2014/main" id="{200A2261-E2C0-4C19-8992-EBE195E96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5425" y="3048000"/>
            <a:ext cx="1885950" cy="790575"/>
          </a:xfrm>
          <a:prstGeom xmlns:a="http://schemas.openxmlformats.org/drawingml/2006/main" prst="roundRect">
            <a:avLst>
              <a:gd name="adj" fmla="val 14458"/>
            </a:avLst>
          </a:prstGeom>
          <a:solidFill xmlns:a="http://schemas.openxmlformats.org/drawingml/2006/main">
            <a:srgbClr val="EAF4FC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800" b="1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ctr">
              <a:defRPr sz="1800" b="1">
                <a:solidFill>
                  <a:srgbClr val="233E54"/>
                </a:solidFill>
              </a:defRPr>
            </a:pPr>
            <a:r>
              <a:rPr sz="1800" b="1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GraphWriter</a:t>
            </a:r>
          </a:p>
        </p:txBody>
      </p:sp>
      <p:sp>
        <p:nvSpPr>
          <p:cNvPr id="14" name="boundary">
            <a:extLst xmlns:a="http://schemas.openxmlformats.org/drawingml/2006/main">
              <a:ext uri="{FF2B5EF4-FFF2-40B4-BE49-F238E27FC236}">
                <a16:creationId xmlns:a16="http://schemas.microsoft.com/office/drawing/2014/main" id="{0EADB7D8-4863-4A59-A7D2-71CC0672B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19621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5" name="boundary">
            <a:extLst xmlns:a="http://schemas.openxmlformats.org/drawingml/2006/main">
              <a:ext uri="{FF2B5EF4-FFF2-40B4-BE49-F238E27FC236}">
                <a16:creationId xmlns:a16="http://schemas.microsoft.com/office/drawing/2014/main" id="{9356F0C2-0D5E-4EAA-99D5-1B44955FE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4669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7" name="boundary">
            <a:extLst xmlns:a="http://schemas.openxmlformats.org/drawingml/2006/main">
              <a:ext uri="{FF2B5EF4-FFF2-40B4-BE49-F238E27FC236}">
                <a16:creationId xmlns:a16="http://schemas.microsoft.com/office/drawing/2014/main" id="{A05FD55D-C7A1-4F4B-A32C-70F89F58E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4669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8" name="boundary">
            <a:extLst xmlns:a="http://schemas.openxmlformats.org/drawingml/2006/main">
              <a:ext uri="{FF2B5EF4-FFF2-40B4-BE49-F238E27FC236}">
                <a16:creationId xmlns:a16="http://schemas.microsoft.com/office/drawing/2014/main" id="{F3B4B246-B3A4-42DE-8D79-453BEC920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4669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0" name="boundary">
            <a:extLst xmlns:a="http://schemas.openxmlformats.org/drawingml/2006/main">
              <a:ext uri="{FF2B5EF4-FFF2-40B4-BE49-F238E27FC236}">
                <a16:creationId xmlns:a16="http://schemas.microsoft.com/office/drawing/2014/main" id="{8DD68B28-F067-49AB-BF45-DE71D8F8A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4669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1" name="boundary">
            <a:extLst xmlns:a="http://schemas.openxmlformats.org/drawingml/2006/main">
              <a:ext uri="{FF2B5EF4-FFF2-40B4-BE49-F238E27FC236}">
                <a16:creationId xmlns:a16="http://schemas.microsoft.com/office/drawing/2014/main" id="{0B302EC8-5EBE-4540-B467-3B7FFBDDD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0480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3" name="任务调度">
            <a:extLst xmlns:a="http://schemas.openxmlformats.org/drawingml/2006/main">
              <a:ext uri="{FF2B5EF4-FFF2-40B4-BE49-F238E27FC236}">
                <a16:creationId xmlns:a16="http://schemas.microsoft.com/office/drawing/2014/main" id="{6EF57C72-6E5F-48C4-9007-76A32C048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114550"/>
            <a:ext cx="190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l">
              <a:defRPr sz="1500" b="0">
                <a:solidFill>
                  <a:srgbClr val="657D8E"/>
                </a:solidFill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657D8E"/>
                </a:solidFill>
              </a:defRPr>
            </a:pPr>
            <a:r>
              <a:rPr sz="1500" b="0">
                <a:solidFill>
                  <a:srgbClr val="657D8E"/>
                </a:solidFill>
                <a:latin typeface="Microsoft YaHei"/>
                <a:ea typeface="Microsoft YaHei"/>
                <a:cs typeface="Microsoft YaHei"/>
              </a:rPr>
              <a:t>任务调度</a:t>
            </a:r>
          </a:p>
        </p:txBody>
      </p:sp>
      <p:sp>
        <p:nvSpPr>
          <p:cNvPr id="24" name="boundary">
            <a:extLst xmlns:a="http://schemas.openxmlformats.org/drawingml/2006/main">
              <a:ext uri="{FF2B5EF4-FFF2-40B4-BE49-F238E27FC236}">
                <a16:creationId xmlns:a16="http://schemas.microsoft.com/office/drawing/2014/main" id="{84261741-18E7-4172-B051-D4E7A5A5E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905375"/>
            <a:ext cx="2238375" cy="1009650"/>
          </a:xfrm>
          <a:prstGeom xmlns:a="http://schemas.openxmlformats.org/drawingml/2006/main" prst="roundRect">
            <a:avLst>
              <a:gd name="adj" fmla="val 11321"/>
            </a:avLst>
          </a:prstGeom>
          <a:solidFill xmlns:a="http://schemas.openxmlformats.org/drawingml/2006/main">
            <a:srgbClr val="FFF1CB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</p:sp>
      <p:sp>
        <p:nvSpPr>
          <p:cNvPr id="25" name="QA">
            <a:extLst xmlns:a="http://schemas.openxmlformats.org/drawingml/2006/main">
              <a:ext uri="{FF2B5EF4-FFF2-40B4-BE49-F238E27FC236}">
                <a16:creationId xmlns:a16="http://schemas.microsoft.com/office/drawing/2014/main" id="{C451A070-318B-41AB-83B1-8079C37A7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000625"/>
            <a:ext cx="2047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875" b="1">
                <a:solidFill>
                  <a:srgbClr val="A67A20"/>
                </a:solidFill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A67A20"/>
                </a:solidFill>
              </a:defRPr>
            </a:pPr>
            <a:r>
              <a:rPr sz="1875" b="1">
                <a:solidFill>
                  <a:srgbClr val="A67A20"/>
                </a:solidFill>
                <a:latin typeface="Microsoft YaHei"/>
                <a:ea typeface="Microsoft YaHei"/>
                <a:cs typeface="Microsoft YaHei"/>
              </a:rPr>
              <a:t>QA</a:t>
            </a:r>
          </a:p>
        </p:txBody>
      </p:sp>
      <p:sp>
        <p:nvSpPr>
          <p:cNvPr id="26" name="问答产出">
            <a:extLst xmlns:a="http://schemas.openxmlformats.org/drawingml/2006/main">
              <a:ext uri="{FF2B5EF4-FFF2-40B4-BE49-F238E27FC236}">
                <a16:creationId xmlns:a16="http://schemas.microsoft.com/office/drawing/2014/main" id="{9194B42C-00B1-4C7A-A63A-ECD9B5FAB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29250"/>
            <a:ext cx="20097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575" b="0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ctr">
              <a:defRPr sz="1575" b="0">
                <a:solidFill>
                  <a:srgbClr val="233E54"/>
                </a:solidFill>
              </a:defRPr>
            </a:pPr>
            <a:r>
              <a:rPr sz="1575" b="0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问答产出</a:t>
            </a:r>
          </a:p>
        </p:txBody>
      </p:sp>
      <p:sp>
        <p:nvSpPr>
          <p:cNvPr id="27" name="boundary">
            <a:extLst xmlns:a="http://schemas.openxmlformats.org/drawingml/2006/main">
              <a:ext uri="{FF2B5EF4-FFF2-40B4-BE49-F238E27FC236}">
                <a16:creationId xmlns:a16="http://schemas.microsoft.com/office/drawing/2014/main" id="{320E16A3-0798-45B1-A809-986610D49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4905375"/>
            <a:ext cx="2238375" cy="1009650"/>
          </a:xfrm>
          <a:prstGeom xmlns:a="http://schemas.openxmlformats.org/drawingml/2006/main" prst="roundRect">
            <a:avLst>
              <a:gd name="adj" fmla="val 11321"/>
            </a:avLst>
          </a:prstGeom>
          <a:solidFill xmlns:a="http://schemas.openxmlformats.org/drawingml/2006/main">
            <a:srgbClr val="FFF1CB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</p:sp>
      <p:sp>
        <p:nvSpPr>
          <p:cNvPr id="28" name="Reporter">
            <a:extLst xmlns:a="http://schemas.openxmlformats.org/drawingml/2006/main">
              <a:ext uri="{FF2B5EF4-FFF2-40B4-BE49-F238E27FC236}">
                <a16:creationId xmlns:a16="http://schemas.microsoft.com/office/drawing/2014/main" id="{0C14B9B6-482F-4F0C-B7B9-66E972A7B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6775" y="5000625"/>
            <a:ext cx="2047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875" b="1">
                <a:solidFill>
                  <a:srgbClr val="A67A20"/>
                </a:solidFill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A67A20"/>
                </a:solidFill>
              </a:defRPr>
            </a:pPr>
            <a:r>
              <a:rPr sz="1875" b="1">
                <a:solidFill>
                  <a:srgbClr val="A67A20"/>
                </a:solidFill>
                <a:latin typeface="Microsoft YaHei"/>
                <a:ea typeface="Microsoft YaHei"/>
                <a:cs typeface="Microsoft YaHei"/>
              </a:rPr>
              <a:t>Reporter</a:t>
            </a:r>
          </a:p>
        </p:txBody>
      </p:sp>
      <p:sp>
        <p:nvSpPr>
          <p:cNvPr id="29" name="报告产出">
            <a:extLst xmlns:a="http://schemas.openxmlformats.org/drawingml/2006/main">
              <a:ext uri="{FF2B5EF4-FFF2-40B4-BE49-F238E27FC236}">
                <a16:creationId xmlns:a16="http://schemas.microsoft.com/office/drawing/2014/main" id="{5B74641E-D46D-4C31-82C8-707E4C899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5429250"/>
            <a:ext cx="20097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575" b="0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ctr">
              <a:defRPr sz="1575" b="0">
                <a:solidFill>
                  <a:srgbClr val="233E54"/>
                </a:solidFill>
              </a:defRPr>
            </a:pPr>
            <a:r>
              <a:rPr sz="1575" b="0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报告产出</a:t>
            </a:r>
          </a:p>
        </p:txBody>
      </p:sp>
      <p:sp>
        <p:nvSpPr>
          <p:cNvPr id="30" name="boundary">
            <a:extLst xmlns:a="http://schemas.openxmlformats.org/drawingml/2006/main">
              <a:ext uri="{FF2B5EF4-FFF2-40B4-BE49-F238E27FC236}">
                <a16:creationId xmlns:a16="http://schemas.microsoft.com/office/drawing/2014/main" id="{DDAF1DA1-0EBC-4B35-8BC1-6F0834F92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905375"/>
            <a:ext cx="2238375" cy="1009650"/>
          </a:xfrm>
          <a:prstGeom xmlns:a="http://schemas.openxmlformats.org/drawingml/2006/main" prst="roundRect">
            <a:avLst>
              <a:gd name="adj" fmla="val 11321"/>
            </a:avLst>
          </a:prstGeom>
          <a:solidFill xmlns:a="http://schemas.openxmlformats.org/drawingml/2006/main">
            <a:srgbClr val="E5F0DA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</p:sp>
      <p:sp>
        <p:nvSpPr>
          <p:cNvPr id="31" name="Assessor">
            <a:extLst xmlns:a="http://schemas.openxmlformats.org/drawingml/2006/main">
              <a:ext uri="{FF2B5EF4-FFF2-40B4-BE49-F238E27FC236}">
                <a16:creationId xmlns:a16="http://schemas.microsoft.com/office/drawing/2014/main" id="{514E26A4-2391-4B0B-972A-3715998FE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5000625"/>
            <a:ext cx="2047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875" b="1">
                <a:solidFill>
                  <a:srgbClr val="547D45"/>
                </a:solidFill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547D45"/>
                </a:solidFill>
              </a:defRPr>
            </a:pPr>
            <a:r>
              <a:rPr sz="1875" b="1">
                <a:solidFill>
                  <a:srgbClr val="547D45"/>
                </a:solidFill>
                <a:latin typeface="Microsoft YaHei"/>
                <a:ea typeface="Microsoft YaHei"/>
                <a:cs typeface="Microsoft YaHei"/>
              </a:rPr>
              <a:t>Assessor</a:t>
            </a:r>
          </a:p>
        </p:txBody>
      </p:sp>
      <p:sp>
        <p:nvSpPr>
          <p:cNvPr id="32" name="影响评估">
            <a:extLst xmlns:a="http://schemas.openxmlformats.org/drawingml/2006/main">
              <a:ext uri="{FF2B5EF4-FFF2-40B4-BE49-F238E27FC236}">
                <a16:creationId xmlns:a16="http://schemas.microsoft.com/office/drawing/2014/main" id="{7D014B28-CA25-4D39-80C0-D6F64DC7E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5429250"/>
            <a:ext cx="20097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575" b="0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ctr">
              <a:defRPr sz="1575" b="0">
                <a:solidFill>
                  <a:srgbClr val="233E54"/>
                </a:solidFill>
              </a:defRPr>
            </a:pPr>
            <a:r>
              <a:rPr sz="1575" b="0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影响评估</a:t>
            </a:r>
          </a:p>
        </p:txBody>
      </p:sp>
      <p:sp>
        <p:nvSpPr>
          <p:cNvPr id="34" name="boundary">
            <a:extLst xmlns:a="http://schemas.openxmlformats.org/drawingml/2006/main">
              <a:ext uri="{FF2B5EF4-FFF2-40B4-BE49-F238E27FC236}">
                <a16:creationId xmlns:a16="http://schemas.microsoft.com/office/drawing/2014/main" id="{2F0B4A18-CCE3-41BA-A5F8-9B832C771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4905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35" name="boundary">
            <a:extLst xmlns:a="http://schemas.openxmlformats.org/drawingml/2006/main">
              <a:ext uri="{FF2B5EF4-FFF2-40B4-BE49-F238E27FC236}">
                <a16:creationId xmlns:a16="http://schemas.microsoft.com/office/drawing/2014/main" id="{8ED5BBD6-3265-41C5-909F-9972DFAA1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44386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37" name="boundary">
            <a:extLst xmlns:a="http://schemas.openxmlformats.org/drawingml/2006/main">
              <a:ext uri="{FF2B5EF4-FFF2-40B4-BE49-F238E27FC236}">
                <a16:creationId xmlns:a16="http://schemas.microsoft.com/office/drawing/2014/main" id="{102147EC-1612-42E5-A3D4-0CAA233B8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44386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38" name="boundary">
            <a:extLst xmlns:a="http://schemas.openxmlformats.org/drawingml/2006/main">
              <a:ext uri="{FF2B5EF4-FFF2-40B4-BE49-F238E27FC236}">
                <a16:creationId xmlns:a16="http://schemas.microsoft.com/office/drawing/2014/main" id="{11FA1724-FC83-495F-A419-6DB01611F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15275" y="44386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40" name="boundary">
            <a:extLst xmlns:a="http://schemas.openxmlformats.org/drawingml/2006/main">
              <a:ext uri="{FF2B5EF4-FFF2-40B4-BE49-F238E27FC236}">
                <a16:creationId xmlns:a16="http://schemas.microsoft.com/office/drawing/2014/main" id="{1A6622BC-AA71-4F50-B42E-44E73DA90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15275" y="44386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41" name="boundary">
            <a:extLst xmlns:a="http://schemas.openxmlformats.org/drawingml/2006/main">
              <a:ext uri="{FF2B5EF4-FFF2-40B4-BE49-F238E27FC236}">
                <a16:creationId xmlns:a16="http://schemas.microsoft.com/office/drawing/2014/main" id="{049B42E8-B7EF-473A-9133-724646501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15275" y="38385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43" name="boundary">
            <a:extLst xmlns:a="http://schemas.openxmlformats.org/drawingml/2006/main">
              <a:ext uri="{FF2B5EF4-FFF2-40B4-BE49-F238E27FC236}">
                <a16:creationId xmlns:a16="http://schemas.microsoft.com/office/drawing/2014/main" id="{0E736CFA-12F5-4110-A818-77BC58A45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4905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44" name="boundary">
            <a:extLst xmlns:a="http://schemas.openxmlformats.org/drawingml/2006/main">
              <a:ext uri="{FF2B5EF4-FFF2-40B4-BE49-F238E27FC236}">
                <a16:creationId xmlns:a16="http://schemas.microsoft.com/office/drawing/2014/main" id="{5D44B3E1-2BCD-404B-9EB1-6E692D1FF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44386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46" name="boundary">
            <a:extLst xmlns:a="http://schemas.openxmlformats.org/drawingml/2006/main">
              <a:ext uri="{FF2B5EF4-FFF2-40B4-BE49-F238E27FC236}">
                <a16:creationId xmlns:a16="http://schemas.microsoft.com/office/drawing/2014/main" id="{9C2B19BD-823A-4E78-802D-61AC4935B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4905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47" name="boundary">
            <a:extLst xmlns:a="http://schemas.openxmlformats.org/drawingml/2006/main">
              <a:ext uri="{FF2B5EF4-FFF2-40B4-BE49-F238E27FC236}">
                <a16:creationId xmlns:a16="http://schemas.microsoft.com/office/drawing/2014/main" id="{D836A62D-179F-4668-9D89-6CD18ED34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44386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49" name="boundary">
            <a:extLst xmlns:a="http://schemas.openxmlformats.org/drawingml/2006/main">
              <a:ext uri="{FF2B5EF4-FFF2-40B4-BE49-F238E27FC236}">
                <a16:creationId xmlns:a16="http://schemas.microsoft.com/office/drawing/2014/main" id="{60B82DDA-9985-4986-AE67-E96F11ABC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44386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50" name="boundary">
            <a:extLst xmlns:a="http://schemas.openxmlformats.org/drawingml/2006/main">
              <a:ext uri="{FF2B5EF4-FFF2-40B4-BE49-F238E27FC236}">
                <a16:creationId xmlns:a16="http://schemas.microsoft.com/office/drawing/2014/main" id="{D2C959F0-0D7A-410D-91D1-B3E26AB31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15275" y="44386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52" name="DLQ 失败任务">
            <a:extLst xmlns:a="http://schemas.openxmlformats.org/drawingml/2006/main">
              <a:ext uri="{FF2B5EF4-FFF2-40B4-BE49-F238E27FC236}">
                <a16:creationId xmlns:a16="http://schemas.microsoft.com/office/drawing/2014/main" id="{76BE76B5-B3AA-4CFD-92AA-5575227F7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6486525"/>
            <a:ext cx="2238375" cy="542925"/>
          </a:xfrm>
          <a:prstGeom xmlns:a="http://schemas.openxmlformats.org/drawingml/2006/main" prst="can">
            <a:avLst/>
          </a:prstGeom>
          <a:solidFill xmlns:a="http://schemas.openxmlformats.org/drawingml/2006/main">
            <a:srgbClr val="FBE7E2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650" b="1">
                <a:solidFill>
                  <a:srgbClr val="AB554B"/>
                </a:solidFill>
              </a:defRPr>
            </a:defPPr>
          </a:lstStyle>
          <a:p xmlns:a="http://schemas.openxmlformats.org/drawingml/2006/main">
            <a:pPr algn="ctr">
              <a:defRPr sz="1650" b="1">
                <a:solidFill>
                  <a:srgbClr val="AB554B"/>
                </a:solidFill>
              </a:defRPr>
            </a:pPr>
            <a:r>
              <a:rPr sz="1650" b="1">
                <a:solidFill>
                  <a:srgbClr val="AB554B"/>
                </a:solidFill>
                <a:latin typeface="Microsoft YaHei"/>
                <a:ea typeface="Microsoft YaHei"/>
                <a:cs typeface="Microsoft YaHei"/>
              </a:rPr>
              <a:t>DLQ 失败任务</a:t>
            </a:r>
          </a:p>
        </p:txBody>
      </p:sp>
      <p:sp>
        <p:nvSpPr>
          <p:cNvPr id="53" name="调度器重放">
            <a:extLst xmlns:a="http://schemas.openxmlformats.org/drawingml/2006/main">
              <a:ext uri="{FF2B5EF4-FFF2-40B4-BE49-F238E27FC236}">
                <a16:creationId xmlns:a16="http://schemas.microsoft.com/office/drawing/2014/main" id="{769C6673-E7C4-476A-A52E-C2E886841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6524625"/>
            <a:ext cx="2000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l">
              <a:defRPr sz="1650" b="0">
                <a:solidFill>
                  <a:srgbClr val="AB554B"/>
                </a:solidFill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AB554B"/>
                </a:solidFill>
              </a:defRPr>
            </a:pPr>
            <a:r>
              <a:rPr sz="1650" b="0">
                <a:solidFill>
                  <a:srgbClr val="AB554B"/>
                </a:solidFill>
                <a:latin typeface="Microsoft YaHei"/>
                <a:ea typeface="Microsoft YaHei"/>
                <a:cs typeface="Microsoft YaHei"/>
              </a:rPr>
              <a:t>调度器重放</a:t>
            </a:r>
          </a:p>
        </p:txBody>
      </p:sp>
      <p:sp>
        <p:nvSpPr>
          <p:cNvPr id="54" name="所有对外产出均经 Critic 校验">
            <a:extLst xmlns:a="http://schemas.openxmlformats.org/drawingml/2006/main">
              <a:ext uri="{FF2B5EF4-FFF2-40B4-BE49-F238E27FC236}">
                <a16:creationId xmlns:a16="http://schemas.microsoft.com/office/drawing/2014/main" id="{23B9E6E6-E3C8-4065-86A6-7F801FF9B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6457950"/>
            <a:ext cx="49339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800" b="1">
                <a:solidFill>
                  <a:srgbClr val="547D45"/>
                </a:solidFill>
              </a:defRPr>
            </a:defPPr>
          </a:lstStyle>
          <a:p xmlns:a="http://schemas.openxmlformats.org/drawingml/2006/main">
            <a:pPr algn="ctr">
              <a:defRPr sz="1800" b="1">
                <a:solidFill>
                  <a:srgbClr val="547D45"/>
                </a:solidFill>
              </a:defRPr>
            </a:pPr>
            <a:r>
              <a:rPr sz="1800" b="1">
                <a:solidFill>
                  <a:srgbClr val="547D45"/>
                </a:solidFill>
                <a:latin typeface="Microsoft YaHei"/>
                <a:ea typeface="Microsoft YaHei"/>
                <a:cs typeface="Microsoft YaHei"/>
              </a:rPr>
              <a:t>所有对外产出均经 Critic 校验</a:t>
            </a:r>
          </a:p>
        </p:txBody>
      </p:sp>
      <p:sp>
        <p:nvSpPr>
          <p:cNvPr id="55" name="9 个角色通过数据与任务状态交接">
            <a:extLst xmlns:a="http://schemas.openxmlformats.org/drawingml/2006/main">
              <a:ext uri="{FF2B5EF4-FFF2-40B4-BE49-F238E27FC236}">
                <a16:creationId xmlns:a16="http://schemas.microsoft.com/office/drawing/2014/main" id="{B064FFBE-7C68-41A0-AB0A-B3F6CBAB6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7353300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350" b="0">
                <a:solidFill>
                  <a:srgbClr val="657D8E"/>
                </a:solidFill>
              </a:defRPr>
            </a:defPPr>
          </a:lstStyle>
          <a:p xmlns:a="http://schemas.openxmlformats.org/drawingml/2006/main">
            <a:pPr algn="ctr">
              <a:defRPr sz="1350" b="0">
                <a:solidFill>
                  <a:srgbClr val="657D8E"/>
                </a:solidFill>
              </a:defRPr>
            </a:pPr>
            <a:r>
              <a:rPr sz="1350" b="0">
                <a:solidFill>
                  <a:srgbClr val="657D8E"/>
                </a:solidFill>
                <a:latin typeface="Microsoft YaHei"/>
                <a:ea typeface="Microsoft YaHei"/>
                <a:cs typeface="Microsoft YaHei"/>
              </a:rPr>
              <a:t>9 个角色通过数据与任务状态交接</a:t>
            </a:r>
          </a:p>
        </p:txBody>
      </p:sp>
    </p:spTree>
    <p:extLst>
      <p:ext uri="{BB962C8B-B14F-4D97-AF65-F5344CB8AC3E}">
        <p14:creationId xmlns:p14="http://schemas.microsoft.com/office/powerpoint/2010/main" val="194784614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78BB978-4C6A-4912-800F-D3AAE45C40BB}"/>
              </a:ext>
            </a:extLst>
          </p:cNvPr>
          <p:cNvCxnSpPr>
            <a:stCxn xmlns:a="http://schemas.openxmlformats.org/drawingml/2006/main" id="40" idx="3"/>
            <a:endCxn xmlns:a="http://schemas.openxmlformats.org/drawingml/2006/main" id="41" idx="1"/>
          </p:cNvCxnSpPr>
          <p:nvPr/>
        </p:nvCxnSpPr>
        <p:spPr>
          <a:xfrm xmlns:a="http://schemas.openxmlformats.org/drawingml/2006/main" flipH="1" flipV="1">
            <a:off x="6324600" y="2324577"/>
            <a:ext cx="953" cy="32385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AB554B"/>
            </a:solidFill>
            <a:prstDash val="dash"/>
            <a:tailEnd type="triangle" w="sm" len="sm"/>
          </a:ln>
        </p:spPr>
      </p:cxnSp>
      <p:cxnSp>
        <p:nvCxn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F311FE6-F28B-4CAE-8B08-D22A840CA0B8}"/>
              </a:ext>
            </a:extLst>
          </p:cNvPr>
          <p:cNvCxnSpPr>
            <a:stCxn xmlns:a="http://schemas.openxmlformats.org/drawingml/2006/main" id="37" idx="3"/>
            <a:endCxn xmlns:a="http://schemas.openxmlformats.org/drawingml/2006/main" id="38" idx="1"/>
          </p:cNvCxnSpPr>
          <p:nvPr/>
        </p:nvCxnSpPr>
        <p:spPr>
          <a:xfrm xmlns:a="http://schemas.openxmlformats.org/drawingml/2006/main" flipH="1">
            <a:off x="6324600" y="2648427"/>
            <a:ext cx="1372553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AB554B"/>
            </a:solidFill>
            <a:prstDash val="dash"/>
          </a:ln>
        </p:spPr>
      </p:cxnSp>
      <p:cxnSp>
        <p:nvCxn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FF3F19D-18F4-405E-8713-111FBF5540F0}"/>
              </a:ext>
            </a:extLst>
          </p:cNvPr>
          <p:cNvCxnSpPr>
            <a:stCxn xmlns:a="http://schemas.openxmlformats.org/drawingml/2006/main" id="34" idx="3"/>
            <a:endCxn xmlns:a="http://schemas.openxmlformats.org/drawingml/2006/main" id="35" idx="1"/>
          </p:cNvCxnSpPr>
          <p:nvPr/>
        </p:nvCxnSpPr>
        <p:spPr>
          <a:xfrm xmlns:a="http://schemas.openxmlformats.org/drawingml/2006/main" flipH="1" flipV="1">
            <a:off x="7696200" y="2648427"/>
            <a:ext cx="953" cy="3648075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AB554B"/>
            </a:solidFill>
            <a:prstDash val="dash"/>
          </a:ln>
        </p:spPr>
      </p:cxnSp>
      <p:cxnSp>
        <p:nvCxn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0798BFB-A6D9-4E74-9BD4-2413C4BEC4AE}"/>
              </a:ext>
            </a:extLst>
          </p:cNvPr>
          <p:cNvCxnSpPr>
            <a:stCxn xmlns:a="http://schemas.openxmlformats.org/drawingml/2006/main" id="31" idx="3"/>
            <a:endCxn xmlns:a="http://schemas.openxmlformats.org/drawingml/2006/main" id="32" idx="1"/>
          </p:cNvCxnSpPr>
          <p:nvPr/>
        </p:nvCxnSpPr>
        <p:spPr>
          <a:xfrm xmlns:a="http://schemas.openxmlformats.org/drawingml/2006/main">
            <a:off x="6954203" y="6296502"/>
            <a:ext cx="741997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AB554B"/>
            </a:solidFill>
            <a:prstDash val="dash"/>
          </a:ln>
        </p:spPr>
      </p:cxnSp>
      <p:cxnSp>
        <p:nvCxn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2B69963-285A-45D3-8DA2-91F9564364C2}"/>
              </a:ext>
            </a:extLst>
          </p:cNvPr>
          <p:cNvCxnSpPr>
            <a:stCxn xmlns:a="http://schemas.openxmlformats.org/drawingml/2006/main" id="9" idx="2"/>
            <a:endCxn xmlns:a="http://schemas.openxmlformats.org/drawingml/2006/main" id="28" idx="1"/>
          </p:cNvCxnSpPr>
          <p:nvPr/>
        </p:nvCxnSpPr>
        <p:spPr>
          <a:xfrm xmlns:a="http://schemas.openxmlformats.org/drawingml/2006/main">
            <a:off x="5738813" y="4572000"/>
            <a:ext cx="0" cy="1362075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AB554B"/>
            </a:solidFill>
            <a:prstDash val="dash"/>
            <a:tailEnd type="triangle" w="sm" len="sm"/>
          </a:ln>
        </p:spPr>
      </p:cxnSp>
      <p:cxnSp>
        <p:nvCxn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DA6A35E-3787-431E-8030-7BE1093C3020}"/>
              </a:ext>
            </a:extLst>
          </p:cNvPr>
          <p:cNvCxnSpPr>
            <a:stCxn xmlns:a="http://schemas.openxmlformats.org/drawingml/2006/main" id="6" idx="2"/>
            <a:endCxn xmlns:a="http://schemas.openxmlformats.org/drawingml/2006/main" id="25" idx="0"/>
          </p:cNvCxnSpPr>
          <p:nvPr/>
        </p:nvCxnSpPr>
        <p:spPr>
          <a:xfrm xmlns:a="http://schemas.openxmlformats.org/drawingml/2006/main">
            <a:off x="9644063" y="2324100"/>
            <a:ext cx="0" cy="1362075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657D8E"/>
            </a:solidFill>
            <a:prstDash val="solid"/>
            <a:tailEnd type="triangle" w="sm" len="sm"/>
          </a:ln>
        </p:spPr>
      </p:cxnSp>
      <p:cxnSp>
        <p:nvCxn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F27B6D3-F442-4BCF-A41E-239B9500F8CA}"/>
              </a:ext>
            </a:extLst>
          </p:cNvPr>
          <p:cNvCxnSpPr>
            <a:stCxn xmlns:a="http://schemas.openxmlformats.org/drawingml/2006/main" id="21" idx="3"/>
            <a:endCxn xmlns:a="http://schemas.openxmlformats.org/drawingml/2006/main" id="22" idx="1"/>
          </p:cNvCxnSpPr>
          <p:nvPr/>
        </p:nvCxnSpPr>
        <p:spPr>
          <a:xfrm xmlns:a="http://schemas.openxmlformats.org/drawingml/2006/main" flipH="1">
            <a:off x="3048000" y="4048602"/>
            <a:ext cx="686753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AB554B"/>
            </a:solidFill>
            <a:prstDash val="dash"/>
            <a:tailEnd type="triangle" w="sm" len="sm"/>
          </a:ln>
        </p:spPr>
      </p:cxnSp>
      <p:cxnSp>
        <p:nvCxn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88D6EBD-D468-4067-93A2-2FB870DAFDBC}"/>
              </a:ext>
            </a:extLst>
          </p:cNvPr>
          <p:cNvCxnSpPr>
            <a:stCxn xmlns:a="http://schemas.openxmlformats.org/drawingml/2006/main" id="18" idx="3"/>
            <a:endCxn xmlns:a="http://schemas.openxmlformats.org/drawingml/2006/main" id="19" idx="1"/>
          </p:cNvCxnSpPr>
          <p:nvPr/>
        </p:nvCxnSpPr>
        <p:spPr>
          <a:xfrm xmlns:a="http://schemas.openxmlformats.org/drawingml/2006/main" flipH="1">
            <a:off x="3733800" y="1953102"/>
            <a:ext cx="953" cy="209550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AB554B"/>
            </a:solidFill>
            <a:prstDash val="dash"/>
          </a:ln>
        </p:spPr>
      </p:cxnSp>
      <p:cxnSp>
        <p:nvCxn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BF6625A-B584-47B1-B402-F136E4FF972F}"/>
              </a:ext>
            </a:extLst>
          </p:cNvPr>
          <p:cNvCxnSpPr>
            <a:stCxn xmlns:a="http://schemas.openxmlformats.org/drawingml/2006/main" id="15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 flipH="1">
            <a:off x="3733800" y="1953102"/>
            <a:ext cx="791528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AB554B"/>
            </a:solidFill>
            <a:prstDash val="dash"/>
          </a:ln>
        </p:spPr>
      </p:cxnSp>
      <p:cxnSp>
        <p:nvCxn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1DD36B7-2822-447D-8707-CDFC3A278554}"/>
              </a:ext>
            </a:extLst>
          </p:cNvPr>
          <p:cNvCxnSpPr>
            <a:stCxn xmlns:a="http://schemas.openxmlformats.org/drawingml/2006/main" id="5" idx="2"/>
            <a:endCxn xmlns:a="http://schemas.openxmlformats.org/drawingml/2006/main" id="9" idx="0"/>
          </p:cNvCxnSpPr>
          <p:nvPr/>
        </p:nvCxnSpPr>
        <p:spPr>
          <a:xfrm xmlns:a="http://schemas.openxmlformats.org/drawingml/2006/main">
            <a:off x="5738813" y="2324100"/>
            <a:ext cx="0" cy="120015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A67A20"/>
            </a:solidFill>
            <a:prstDash val="dash"/>
            <a:tailEnd type="triangle" w="sm" len="sm"/>
          </a:ln>
        </p:spPr>
      </p:cxnSp>
      <p:cxnSp>
        <p:nvCxn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2A11348-0708-410B-A4E0-7CE0506C4105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6953250" y="1957388"/>
            <a:ext cx="1476375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547D45"/>
            </a:solidFill>
            <a:prstDash val="solid"/>
            <a:tailEnd type="triangle" w="sm" len="sm"/>
          </a:ln>
        </p:spPr>
      </p:cxnSp>
      <p:cxnSp>
        <p:nvCxn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47C9620-DC2E-48FB-BA39-7EB2E53CA5D0}"/>
              </a:ext>
            </a:extLst>
          </p:cNvPr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3048000" y="1957388"/>
            <a:ext cx="1476375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277DC3"/>
            </a:solidFill>
            <a:prstDash val="solid"/>
            <a:tailEnd type="triangle" w="sm" len="sm"/>
          </a:ln>
        </p:spPr>
      </p:cxnSp>
      <p:sp>
        <p:nvSpPr>
          <p:cNvPr id="45" name="F-07">
            <a:extLst xmlns:a="http://schemas.openxmlformats.org/drawingml/2006/main">
              <a:ext uri="{FF2B5EF4-FFF2-40B4-BE49-F238E27FC236}">
                <a16:creationId xmlns:a16="http://schemas.microsoft.com/office/drawing/2014/main" id="{8E8C2A8B-BB28-4D05-8589-9280F0EE7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9075"/>
            <a:ext cx="95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l">
              <a:defRPr sz="1650" b="1">
                <a:solidFill>
                  <a:srgbClr val="277DC3"/>
                </a:solidFill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277DC3"/>
                </a:solidFill>
              </a:defRPr>
            </a:pPr>
            <a:r>
              <a:rPr sz="1650" b="1">
                <a:solidFill>
                  <a:srgbClr val="277DC3"/>
                </a:solidFill>
                <a:latin typeface="Microsoft YaHei"/>
                <a:ea typeface="Microsoft YaHei"/>
                <a:cs typeface="Microsoft YaHei"/>
              </a:rPr>
              <a:t>F-07</a:t>
            </a:r>
          </a:p>
        </p:txBody>
      </p:sp>
      <p:sp>
        <p:nvSpPr>
          <p:cNvPr id="2" name="任务状态机">
            <a:extLst xmlns:a="http://schemas.openxmlformats.org/drawingml/2006/main">
              <a:ext uri="{FF2B5EF4-FFF2-40B4-BE49-F238E27FC236}">
                <a16:creationId xmlns:a16="http://schemas.microsoft.com/office/drawing/2014/main" id="{33FCA792-7EC6-4F17-BC10-E41FFE551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152400"/>
            <a:ext cx="9525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l">
              <a:defRPr sz="2400" b="1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233E54"/>
                </a:solidFill>
              </a:defRPr>
            </a:pPr>
            <a:r>
              <a:rPr sz="2400" b="1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任务状态机</a:t>
            </a:r>
          </a:p>
        </p:txBody>
      </p:sp>
      <p:sp>
        <p:nvSpPr>
          <p:cNvPr id="3" name="boundary">
            <a:extLst xmlns:a="http://schemas.openxmlformats.org/drawingml/2006/main">
              <a:ext uri="{FF2B5EF4-FFF2-40B4-BE49-F238E27FC236}">
                <a16:creationId xmlns:a16="http://schemas.microsoft.com/office/drawing/2014/main" id="{2BE4006A-EFB9-4B3D-8CF0-69B2D2E0B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28675"/>
            <a:ext cx="10515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C4D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queued">
            <a:extLst xmlns:a="http://schemas.openxmlformats.org/drawingml/2006/main">
              <a:ext uri="{FF2B5EF4-FFF2-40B4-BE49-F238E27FC236}">
                <a16:creationId xmlns:a16="http://schemas.microsoft.com/office/drawing/2014/main" id="{CFD63326-4133-4CF3-AA8C-AC633FAA7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590675"/>
            <a:ext cx="2428875" cy="733425"/>
          </a:xfrm>
          <a:prstGeom xmlns:a="http://schemas.openxmlformats.org/drawingml/2006/main" prst="roundRect">
            <a:avLst>
              <a:gd name="adj" fmla="val 15584"/>
            </a:avLst>
          </a:prstGeom>
          <a:solidFill xmlns:a="http://schemas.openxmlformats.org/drawingml/2006/main">
            <a:srgbClr val="EAF4FC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725" b="1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ctr">
              <a:defRPr sz="1725" b="1">
                <a:solidFill>
                  <a:srgbClr val="233E54"/>
                </a:solidFill>
              </a:defRPr>
            </a:pPr>
            <a:r>
              <a:rPr sz="1725" b="1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queued</a:t>
            </a:r>
          </a:p>
        </p:txBody>
      </p:sp>
      <p:sp>
        <p:nvSpPr>
          <p:cNvPr id="5" name="running">
            <a:extLst xmlns:a="http://schemas.openxmlformats.org/drawingml/2006/main">
              <a:ext uri="{FF2B5EF4-FFF2-40B4-BE49-F238E27FC236}">
                <a16:creationId xmlns:a16="http://schemas.microsoft.com/office/drawing/2014/main" id="{D5D35825-FC3F-4520-B4AA-6E5A3096C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1590675"/>
            <a:ext cx="2428875" cy="733425"/>
          </a:xfrm>
          <a:prstGeom xmlns:a="http://schemas.openxmlformats.org/drawingml/2006/main" prst="roundRect">
            <a:avLst>
              <a:gd name="adj" fmla="val 15584"/>
            </a:avLst>
          </a:prstGeom>
          <a:solidFill xmlns:a="http://schemas.openxmlformats.org/drawingml/2006/main">
            <a:srgbClr val="277DC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725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ctr"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running</a:t>
            </a:r>
          </a:p>
        </p:txBody>
      </p:sp>
      <p:sp>
        <p:nvSpPr>
          <p:cNvPr id="6" name="succeeded">
            <a:extLst xmlns:a="http://schemas.openxmlformats.org/drawingml/2006/main">
              <a:ext uri="{FF2B5EF4-FFF2-40B4-BE49-F238E27FC236}">
                <a16:creationId xmlns:a16="http://schemas.microsoft.com/office/drawing/2014/main" id="{AA1610F0-5A35-4454-A9F1-BC90A5DFE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1590675"/>
            <a:ext cx="2428875" cy="733425"/>
          </a:xfrm>
          <a:prstGeom xmlns:a="http://schemas.openxmlformats.org/drawingml/2006/main" prst="roundRect">
            <a:avLst>
              <a:gd name="adj" fmla="val 15584"/>
            </a:avLst>
          </a:prstGeom>
          <a:solidFill xmlns:a="http://schemas.openxmlformats.org/drawingml/2006/main">
            <a:srgbClr val="E5F0DA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725" b="1">
                <a:solidFill>
                  <a:srgbClr val="547D45"/>
                </a:solidFill>
              </a:defRPr>
            </a:defPPr>
          </a:lstStyle>
          <a:p xmlns:a="http://schemas.openxmlformats.org/drawingml/2006/main">
            <a:pPr algn="ctr">
              <a:defRPr sz="1725" b="1">
                <a:solidFill>
                  <a:srgbClr val="547D45"/>
                </a:solidFill>
              </a:defRPr>
            </a:pPr>
            <a:r>
              <a:rPr sz="1725" b="1">
                <a:solidFill>
                  <a:srgbClr val="547D45"/>
                </a:solidFill>
                <a:latin typeface="Microsoft YaHei"/>
                <a:ea typeface="Microsoft YaHei"/>
                <a:cs typeface="Microsoft YaHei"/>
              </a:rPr>
              <a:t>succeeded</a:t>
            </a:r>
          </a:p>
        </p:txBody>
      </p:sp>
      <p:sp>
        <p:nvSpPr>
          <p:cNvPr id="9" name="boundary">
            <a:extLst xmlns:a="http://schemas.openxmlformats.org/drawingml/2006/main">
              <a:ext uri="{FF2B5EF4-FFF2-40B4-BE49-F238E27FC236}">
                <a16:creationId xmlns:a16="http://schemas.microsoft.com/office/drawing/2014/main" id="{F8641FE0-EF09-4900-BA08-F938099E4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3524250"/>
            <a:ext cx="2428875" cy="1047750"/>
          </a:xfrm>
          <a:prstGeom xmlns:a="http://schemas.openxmlformats.org/drawingml/2006/main" prst="roundRect">
            <a:avLst>
              <a:gd name="adj" fmla="val 10909"/>
            </a:avLst>
          </a:prstGeom>
          <a:solidFill xmlns:a="http://schemas.openxmlformats.org/drawingml/2006/main">
            <a:srgbClr val="FFF1CB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</p:sp>
      <p:sp>
        <p:nvSpPr>
          <p:cNvPr id="10" name="retrying">
            <a:extLst xmlns:a="http://schemas.openxmlformats.org/drawingml/2006/main">
              <a:ext uri="{FF2B5EF4-FFF2-40B4-BE49-F238E27FC236}">
                <a16:creationId xmlns:a16="http://schemas.microsoft.com/office/drawing/2014/main" id="{6DD61E77-E7B8-49A8-B08C-413437F31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3619500"/>
            <a:ext cx="22383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875" b="1">
                <a:solidFill>
                  <a:srgbClr val="A67A20"/>
                </a:solidFill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A67A20"/>
                </a:solidFill>
              </a:defRPr>
            </a:pPr>
            <a:r>
              <a:rPr sz="1875" b="1">
                <a:solidFill>
                  <a:srgbClr val="A67A20"/>
                </a:solidFill>
                <a:latin typeface="Microsoft YaHei"/>
                <a:ea typeface="Microsoft YaHei"/>
                <a:cs typeface="Microsoft YaHei"/>
              </a:rPr>
              <a:t>retrying</a:t>
            </a:r>
          </a:p>
        </p:txBody>
      </p:sp>
      <p:sp>
        <p:nvSpPr>
          <p:cNvPr id="11" name="内部状态">
            <a:extLst xmlns:a="http://schemas.openxmlformats.org/drawingml/2006/main">
              <a:ext uri="{FF2B5EF4-FFF2-40B4-BE49-F238E27FC236}">
                <a16:creationId xmlns:a16="http://schemas.microsoft.com/office/drawing/2014/main" id="{64EAE65E-46FF-4F72-A3E8-C66E4895D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4048125"/>
            <a:ext cx="22002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575" b="0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ctr">
              <a:defRPr sz="1575" b="0">
                <a:solidFill>
                  <a:srgbClr val="233E54"/>
                </a:solidFill>
              </a:defRPr>
            </a:pPr>
            <a:r>
              <a:rPr sz="1575" b="0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内部状态</a:t>
            </a:r>
          </a:p>
        </p:txBody>
      </p:sp>
      <p:sp>
        <p:nvSpPr>
          <p:cNvPr id="13" name="429 / 5xx / 超时">
            <a:extLst xmlns:a="http://schemas.openxmlformats.org/drawingml/2006/main">
              <a:ext uri="{FF2B5EF4-FFF2-40B4-BE49-F238E27FC236}">
                <a16:creationId xmlns:a16="http://schemas.microsoft.com/office/drawing/2014/main" id="{5C406698-67CD-460F-BBB5-684EFD30E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2714625"/>
            <a:ext cx="280987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650" b="0">
                <a:solidFill>
                  <a:srgbClr val="A67A20"/>
                </a:solidFill>
              </a:defRPr>
            </a:defPPr>
          </a:lstStyle>
          <a:p xmlns:a="http://schemas.openxmlformats.org/drawingml/2006/main">
            <a:pPr algn="ctr">
              <a:defRPr sz="1650" b="0">
                <a:solidFill>
                  <a:srgbClr val="A67A20"/>
                </a:solidFill>
              </a:defRPr>
            </a:pPr>
            <a:r>
              <a:rPr sz="1650" b="0">
                <a:solidFill>
                  <a:srgbClr val="A67A20"/>
                </a:solidFill>
                <a:latin typeface="Microsoft YaHei"/>
                <a:ea typeface="Microsoft YaHei"/>
                <a:cs typeface="Microsoft YaHei"/>
              </a:rPr>
              <a:t>429 / 5xx / 超时</a:t>
            </a:r>
          </a:p>
        </p:txBody>
      </p:sp>
      <p:sp>
        <p:nvSpPr>
          <p:cNvPr id="14" name="failed">
            <a:extLst xmlns:a="http://schemas.openxmlformats.org/drawingml/2006/main">
              <a:ext uri="{FF2B5EF4-FFF2-40B4-BE49-F238E27FC236}">
                <a16:creationId xmlns:a16="http://schemas.microsoft.com/office/drawing/2014/main" id="{952E19B1-1B58-441B-90FD-59A881BBD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686175"/>
            <a:ext cx="2428875" cy="733425"/>
          </a:xfrm>
          <a:prstGeom xmlns:a="http://schemas.openxmlformats.org/drawingml/2006/main" prst="roundRect">
            <a:avLst>
              <a:gd name="adj" fmla="val 15584"/>
            </a:avLst>
          </a:prstGeom>
          <a:solidFill xmlns:a="http://schemas.openxmlformats.org/drawingml/2006/main">
            <a:srgbClr val="FBE7E2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725" b="1">
                <a:solidFill>
                  <a:srgbClr val="AB554B"/>
                </a:solidFill>
              </a:defRPr>
            </a:defPPr>
          </a:lstStyle>
          <a:p xmlns:a="http://schemas.openxmlformats.org/drawingml/2006/main">
            <a:pPr algn="ctr">
              <a:defRPr sz="1725" b="1">
                <a:solidFill>
                  <a:srgbClr val="AB554B"/>
                </a:solidFill>
              </a:defRPr>
            </a:pPr>
            <a:r>
              <a:rPr sz="1725" b="1">
                <a:solidFill>
                  <a:srgbClr val="AB554B"/>
                </a:solidFill>
                <a:latin typeface="Microsoft YaHei"/>
                <a:ea typeface="Microsoft YaHei"/>
                <a:cs typeface="Microsoft YaHei"/>
              </a:rPr>
              <a:t>failed</a:t>
            </a:r>
          </a:p>
        </p:txBody>
      </p:sp>
      <p:sp>
        <p:nvSpPr>
          <p:cNvPr id="15" name="boundary">
            <a:extLst xmlns:a="http://schemas.openxmlformats.org/drawingml/2006/main">
              <a:ext uri="{FF2B5EF4-FFF2-40B4-BE49-F238E27FC236}">
                <a16:creationId xmlns:a16="http://schemas.microsoft.com/office/drawing/2014/main" id="{44B8FDE3-4742-40F7-90DB-D6F0B08E4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19526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6" name="boundary">
            <a:extLst xmlns:a="http://schemas.openxmlformats.org/drawingml/2006/main">
              <a:ext uri="{FF2B5EF4-FFF2-40B4-BE49-F238E27FC236}">
                <a16:creationId xmlns:a16="http://schemas.microsoft.com/office/drawing/2014/main" id="{4B23A3AB-42C3-49FC-96C3-922984E5A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19526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8" name="boundary">
            <a:extLst xmlns:a="http://schemas.openxmlformats.org/drawingml/2006/main">
              <a:ext uri="{FF2B5EF4-FFF2-40B4-BE49-F238E27FC236}">
                <a16:creationId xmlns:a16="http://schemas.microsoft.com/office/drawing/2014/main" id="{70AC02D6-D061-4CEC-8E17-CD46CF22C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19526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9" name="boundary">
            <a:extLst xmlns:a="http://schemas.openxmlformats.org/drawingml/2006/main">
              <a:ext uri="{FF2B5EF4-FFF2-40B4-BE49-F238E27FC236}">
                <a16:creationId xmlns:a16="http://schemas.microsoft.com/office/drawing/2014/main" id="{1D2D55C5-21D5-4DDE-93AD-D226CC84F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40481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1" name="boundary">
            <a:extLst xmlns:a="http://schemas.openxmlformats.org/drawingml/2006/main">
              <a:ext uri="{FF2B5EF4-FFF2-40B4-BE49-F238E27FC236}">
                <a16:creationId xmlns:a16="http://schemas.microsoft.com/office/drawing/2014/main" id="{4D16567F-358B-4AFF-B9EA-CA811B5D8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40481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2" name="boundary">
            <a:extLst xmlns:a="http://schemas.openxmlformats.org/drawingml/2006/main">
              <a:ext uri="{FF2B5EF4-FFF2-40B4-BE49-F238E27FC236}">
                <a16:creationId xmlns:a16="http://schemas.microsoft.com/office/drawing/2014/main" id="{F7A9FF3E-B153-468F-9473-9C46AF478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0481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4" name="4xx（非 429）">
            <a:extLst xmlns:a="http://schemas.openxmlformats.org/drawingml/2006/main">
              <a:ext uri="{FF2B5EF4-FFF2-40B4-BE49-F238E27FC236}">
                <a16:creationId xmlns:a16="http://schemas.microsoft.com/office/drawing/2014/main" id="{2136B34A-6CB8-48A0-A45F-65839B488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600575"/>
            <a:ext cx="238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650" b="0">
                <a:solidFill>
                  <a:srgbClr val="AB554B"/>
                </a:solidFill>
              </a:defRPr>
            </a:defPPr>
          </a:lstStyle>
          <a:p xmlns:a="http://schemas.openxmlformats.org/drawingml/2006/main">
            <a:pPr algn="ctr">
              <a:defRPr sz="1650" b="0">
                <a:solidFill>
                  <a:srgbClr val="AB554B"/>
                </a:solidFill>
              </a:defRPr>
            </a:pPr>
            <a:r>
              <a:rPr sz="1650" b="0">
                <a:solidFill>
                  <a:srgbClr val="AB554B"/>
                </a:solidFill>
                <a:latin typeface="Microsoft YaHei"/>
                <a:ea typeface="Microsoft YaHei"/>
                <a:cs typeface="Microsoft YaHei"/>
              </a:rPr>
              <a:t>4xx（非 429）</a:t>
            </a:r>
          </a:p>
        </p:txBody>
      </p:sp>
      <p:sp>
        <p:nvSpPr>
          <p:cNvPr id="25" name="expired">
            <a:extLst xmlns:a="http://schemas.openxmlformats.org/drawingml/2006/main">
              <a:ext uri="{FF2B5EF4-FFF2-40B4-BE49-F238E27FC236}">
                <a16:creationId xmlns:a16="http://schemas.microsoft.com/office/drawing/2014/main" id="{3F805EBD-7641-48B1-888D-1915B4BF7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3686175"/>
            <a:ext cx="2428875" cy="733425"/>
          </a:xfrm>
          <a:prstGeom xmlns:a="http://schemas.openxmlformats.org/drawingml/2006/main" prst="roundRect">
            <a:avLst>
              <a:gd name="adj" fmla="val 15584"/>
            </a:avLst>
          </a:prstGeom>
          <a:solidFill xmlns:a="http://schemas.openxmlformats.org/drawingml/2006/main">
            <a:srgbClr val="F3F6F8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725" b="1">
                <a:solidFill>
                  <a:srgbClr val="657D8E"/>
                </a:solidFill>
              </a:defRPr>
            </a:defPPr>
          </a:lstStyle>
          <a:p xmlns:a="http://schemas.openxmlformats.org/drawingml/2006/main">
            <a:pPr algn="ctr">
              <a:defRPr sz="1725" b="1">
                <a:solidFill>
                  <a:srgbClr val="657D8E"/>
                </a:solidFill>
              </a:defRPr>
            </a:pPr>
            <a:r>
              <a:rPr sz="1725" b="1">
                <a:solidFill>
                  <a:srgbClr val="657D8E"/>
                </a:solidFill>
                <a:latin typeface="Microsoft YaHei"/>
                <a:ea typeface="Microsoft YaHei"/>
                <a:cs typeface="Microsoft YaHei"/>
              </a:rPr>
              <a:t>expired</a:t>
            </a:r>
          </a:p>
        </p:txBody>
      </p:sp>
      <p:sp>
        <p:nvSpPr>
          <p:cNvPr id="27" name="结果保留 24 h">
            <a:extLst xmlns:a="http://schemas.openxmlformats.org/drawingml/2006/main">
              <a:ext uri="{FF2B5EF4-FFF2-40B4-BE49-F238E27FC236}">
                <a16:creationId xmlns:a16="http://schemas.microsoft.com/office/drawing/2014/main" id="{74A20FAB-1A4D-476C-A313-8BB6CB7D3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743200"/>
            <a:ext cx="24193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650" b="0">
                <a:solidFill>
                  <a:srgbClr val="657D8E"/>
                </a:solidFill>
              </a:defRPr>
            </a:defPPr>
          </a:lstStyle>
          <a:p xmlns:a="http://schemas.openxmlformats.org/drawingml/2006/main">
            <a:pPr algn="ctr">
              <a:defRPr sz="1650" b="0">
                <a:solidFill>
                  <a:srgbClr val="657D8E"/>
                </a:solidFill>
              </a:defRPr>
            </a:pPr>
            <a:r>
              <a:rPr sz="1650" b="0">
                <a:solidFill>
                  <a:srgbClr val="657D8E"/>
                </a:solidFill>
                <a:latin typeface="Microsoft YaHei"/>
                <a:ea typeface="Microsoft YaHei"/>
                <a:cs typeface="Microsoft YaHei"/>
              </a:rPr>
              <a:t>结果保留 24 h</a:t>
            </a:r>
          </a:p>
        </p:txBody>
      </p:sp>
      <p:sp>
        <p:nvSpPr>
          <p:cNvPr id="28" name="DLQ">
            <a:extLst xmlns:a="http://schemas.openxmlformats.org/drawingml/2006/main">
              <a:ext uri="{FF2B5EF4-FFF2-40B4-BE49-F238E27FC236}">
                <a16:creationId xmlns:a16="http://schemas.microsoft.com/office/drawing/2014/main" id="{0ECDE58E-CF35-4395-A147-B301410C8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5934075"/>
            <a:ext cx="2428875" cy="723900"/>
          </a:xfrm>
          <a:prstGeom xmlns:a="http://schemas.openxmlformats.org/drawingml/2006/main" prst="can">
            <a:avLst/>
          </a:prstGeom>
          <a:solidFill xmlns:a="http://schemas.openxmlformats.org/drawingml/2006/main">
            <a:srgbClr val="FBE7E2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725" b="1">
                <a:solidFill>
                  <a:srgbClr val="AB554B"/>
                </a:solidFill>
              </a:defRPr>
            </a:defPPr>
          </a:lstStyle>
          <a:p xmlns:a="http://schemas.openxmlformats.org/drawingml/2006/main">
            <a:pPr algn="ctr">
              <a:defRPr sz="1725" b="1">
                <a:solidFill>
                  <a:srgbClr val="AB554B"/>
                </a:solidFill>
              </a:defRPr>
            </a:pPr>
            <a:r>
              <a:rPr sz="1725" b="1">
                <a:solidFill>
                  <a:srgbClr val="AB554B"/>
                </a:solidFill>
                <a:latin typeface="Microsoft YaHei"/>
                <a:ea typeface="Microsoft YaHei"/>
                <a:cs typeface="Microsoft YaHei"/>
              </a:rPr>
              <a:t>DLQ</a:t>
            </a:r>
          </a:p>
        </p:txBody>
      </p:sp>
      <p:sp>
        <p:nvSpPr>
          <p:cNvPr id="30" name="超过 6 次">
            <a:extLst xmlns:a="http://schemas.openxmlformats.org/drawingml/2006/main">
              <a:ext uri="{FF2B5EF4-FFF2-40B4-BE49-F238E27FC236}">
                <a16:creationId xmlns:a16="http://schemas.microsoft.com/office/drawing/2014/main" id="{3E7A8CBF-7E82-41DF-AD91-D4209E1F5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5114925"/>
            <a:ext cx="20002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650" b="0">
                <a:solidFill>
                  <a:srgbClr val="AB554B"/>
                </a:solidFill>
              </a:defRPr>
            </a:defPPr>
          </a:lstStyle>
          <a:p xmlns:a="http://schemas.openxmlformats.org/drawingml/2006/main">
            <a:pPr algn="ctr">
              <a:defRPr sz="1650" b="0">
                <a:solidFill>
                  <a:srgbClr val="AB554B"/>
                </a:solidFill>
              </a:defRPr>
            </a:pPr>
            <a:r>
              <a:rPr sz="1650" b="0">
                <a:solidFill>
                  <a:srgbClr val="AB554B"/>
                </a:solidFill>
                <a:latin typeface="Microsoft YaHei"/>
                <a:ea typeface="Microsoft YaHei"/>
                <a:cs typeface="Microsoft YaHei"/>
              </a:rPr>
              <a:t>超过 6 次</a:t>
            </a:r>
          </a:p>
        </p:txBody>
      </p:sp>
      <p:sp>
        <p:nvSpPr>
          <p:cNvPr id="31" name="boundary">
            <a:extLst xmlns:a="http://schemas.openxmlformats.org/drawingml/2006/main">
              <a:ext uri="{FF2B5EF4-FFF2-40B4-BE49-F238E27FC236}">
                <a16:creationId xmlns:a16="http://schemas.microsoft.com/office/drawing/2014/main" id="{A15A7B4A-F6A6-4131-B16A-B69DD2435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62960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32" name="boundary">
            <a:extLst xmlns:a="http://schemas.openxmlformats.org/drawingml/2006/main">
              <a:ext uri="{FF2B5EF4-FFF2-40B4-BE49-F238E27FC236}">
                <a16:creationId xmlns:a16="http://schemas.microsoft.com/office/drawing/2014/main" id="{FB3D700C-B722-49E7-AF14-677613684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62960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34" name="boundary">
            <a:extLst xmlns:a="http://schemas.openxmlformats.org/drawingml/2006/main">
              <a:ext uri="{FF2B5EF4-FFF2-40B4-BE49-F238E27FC236}">
                <a16:creationId xmlns:a16="http://schemas.microsoft.com/office/drawing/2014/main" id="{F8817219-557D-4715-BFD0-F196731F1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62960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35" name="boundary">
            <a:extLst xmlns:a="http://schemas.openxmlformats.org/drawingml/2006/main">
              <a:ext uri="{FF2B5EF4-FFF2-40B4-BE49-F238E27FC236}">
                <a16:creationId xmlns:a16="http://schemas.microsoft.com/office/drawing/2014/main" id="{6B9494BF-B0B6-4D53-A2FF-EDE92E29D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6479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37" name="boundary">
            <a:extLst xmlns:a="http://schemas.openxmlformats.org/drawingml/2006/main">
              <a:ext uri="{FF2B5EF4-FFF2-40B4-BE49-F238E27FC236}">
                <a16:creationId xmlns:a16="http://schemas.microsoft.com/office/drawing/2014/main" id="{D42AD4A9-7828-41CB-98A9-AD016FF25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6479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38" name="boundary">
            <a:extLst xmlns:a="http://schemas.openxmlformats.org/drawingml/2006/main">
              <a:ext uri="{FF2B5EF4-FFF2-40B4-BE49-F238E27FC236}">
                <a16:creationId xmlns:a16="http://schemas.microsoft.com/office/drawing/2014/main" id="{185A73F3-31F4-412F-AFA4-2A8E8DFCD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6479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40" name="boundary">
            <a:extLst xmlns:a="http://schemas.openxmlformats.org/drawingml/2006/main">
              <a:ext uri="{FF2B5EF4-FFF2-40B4-BE49-F238E27FC236}">
                <a16:creationId xmlns:a16="http://schemas.microsoft.com/office/drawing/2014/main" id="{B3FDB01A-0D08-473C-A98B-6B7648374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6479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41" name="boundary">
            <a:extLst xmlns:a="http://schemas.openxmlformats.org/drawingml/2006/main">
              <a:ext uri="{FF2B5EF4-FFF2-40B4-BE49-F238E27FC236}">
                <a16:creationId xmlns:a16="http://schemas.microsoft.com/office/drawing/2014/main" id="{D4011267-038E-471B-9182-85D9C8BA8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3241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43" name="每 15 min 重放">
            <a:extLst xmlns:a="http://schemas.openxmlformats.org/drawingml/2006/main">
              <a:ext uri="{FF2B5EF4-FFF2-40B4-BE49-F238E27FC236}">
                <a16:creationId xmlns:a16="http://schemas.microsoft.com/office/drawing/2014/main" id="{958475CE-2FE3-4705-B9A2-76575AEAB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629275"/>
            <a:ext cx="2762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725" b="0">
                <a:solidFill>
                  <a:srgbClr val="AB554B"/>
                </a:solidFill>
              </a:defRPr>
            </a:defPPr>
          </a:lstStyle>
          <a:p xmlns:a="http://schemas.openxmlformats.org/drawingml/2006/main">
            <a:pPr algn="ctr">
              <a:defRPr sz="1725" b="0">
                <a:solidFill>
                  <a:srgbClr val="AB554B"/>
                </a:solidFill>
              </a:defRPr>
            </a:pPr>
            <a:r>
              <a:rPr sz="1725" b="0">
                <a:solidFill>
                  <a:srgbClr val="AB554B"/>
                </a:solidFill>
                <a:latin typeface="Microsoft YaHei"/>
                <a:ea typeface="Microsoft YaHei"/>
                <a:cs typeface="Microsoft YaHei"/>
              </a:rPr>
              <a:t>每 15 min 重放</a:t>
            </a:r>
          </a:p>
        </p:txBody>
      </p:sp>
      <p:sp>
        <p:nvSpPr>
          <p:cNvPr id="44" name="retrying 与死信对外均显示为 running">
            <a:extLst xmlns:a="http://schemas.openxmlformats.org/drawingml/2006/main">
              <a:ext uri="{FF2B5EF4-FFF2-40B4-BE49-F238E27FC236}">
                <a16:creationId xmlns:a16="http://schemas.microsoft.com/office/drawing/2014/main" id="{18522C37-C2C8-4501-B5C4-0402516DE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7353300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350" b="0">
                <a:solidFill>
                  <a:srgbClr val="657D8E"/>
                </a:solidFill>
              </a:defRPr>
            </a:defPPr>
          </a:lstStyle>
          <a:p xmlns:a="http://schemas.openxmlformats.org/drawingml/2006/main">
            <a:pPr algn="ctr">
              <a:defRPr sz="1350" b="0">
                <a:solidFill>
                  <a:srgbClr val="657D8E"/>
                </a:solidFill>
              </a:defRPr>
            </a:pPr>
            <a:r>
              <a:rPr sz="1350" b="0">
                <a:solidFill>
                  <a:srgbClr val="657D8E"/>
                </a:solidFill>
                <a:latin typeface="Microsoft YaHei"/>
                <a:ea typeface="Microsoft YaHei"/>
                <a:cs typeface="Microsoft YaHei"/>
              </a:rPr>
              <a:t>retrying 与死信对外均显示为 running</a:t>
            </a:r>
          </a:p>
        </p:txBody>
      </p:sp>
    </p:spTree>
    <p:extLst>
      <p:ext uri="{BB962C8B-B14F-4D97-AF65-F5344CB8AC3E}">
        <p14:creationId xmlns:p14="http://schemas.microsoft.com/office/powerpoint/2010/main" val="108323579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E1948494-49D4-4F0C-B941-2F3BB0C620C4}"/>
              </a:ext>
            </a:extLst>
          </p:cNvPr>
          <p:cNvCxnSpPr>
            <a:stCxn xmlns:a="http://schemas.openxmlformats.org/drawingml/2006/main" id="62" idx="3"/>
            <a:endCxn xmlns:a="http://schemas.openxmlformats.org/drawingml/2006/main" id="63" idx="1"/>
          </p:cNvCxnSpPr>
          <p:nvPr/>
        </p:nvCxnSpPr>
        <p:spPr>
          <a:xfrm xmlns:a="http://schemas.openxmlformats.org/drawingml/2006/main" flipH="1">
            <a:off x="9382125" y="5210652"/>
            <a:ext cx="953" cy="51435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AB554B"/>
            </a:solidFill>
            <a:prstDash val="solid"/>
            <a:tailEnd type="triangle" w="sm" len="sm"/>
          </a:ln>
        </p:spPr>
      </p:cxnSp>
      <p:cxnSp>
        <p:nvCxn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C03F4D78-21FD-42D8-B819-213512F128F3}"/>
              </a:ext>
            </a:extLst>
          </p:cNvPr>
          <p:cNvCxnSpPr>
            <a:stCxn xmlns:a="http://schemas.openxmlformats.org/drawingml/2006/main" id="59" idx="3"/>
            <a:endCxn xmlns:a="http://schemas.openxmlformats.org/drawingml/2006/main" id="60" idx="1"/>
          </p:cNvCxnSpPr>
          <p:nvPr/>
        </p:nvCxnSpPr>
        <p:spPr>
          <a:xfrm xmlns:a="http://schemas.openxmlformats.org/drawingml/2006/main">
            <a:off x="5715953" y="5210652"/>
            <a:ext cx="3666172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AB554B"/>
            </a:solidFill>
            <a:prstDash val="solid"/>
          </a:ln>
        </p:spPr>
      </p:cxnSp>
      <p:cxnSp>
        <p:nvCxn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E1C6F293-1535-4EA9-9A5F-19092EFD33C8}"/>
              </a:ext>
            </a:extLst>
          </p:cNvPr>
          <p:cNvCxnSpPr>
            <a:stCxn xmlns:a="http://schemas.openxmlformats.org/drawingml/2006/main" id="56" idx="3"/>
            <a:endCxn xmlns:a="http://schemas.openxmlformats.org/drawingml/2006/main" id="57" idx="1"/>
          </p:cNvCxnSpPr>
          <p:nvPr/>
        </p:nvCxnSpPr>
        <p:spPr>
          <a:xfrm xmlns:a="http://schemas.openxmlformats.org/drawingml/2006/main" flipH="1">
            <a:off x="5715000" y="4762977"/>
            <a:ext cx="953" cy="447675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AB554B"/>
            </a:solidFill>
            <a:prstDash val="solid"/>
          </a:ln>
        </p:spPr>
      </p:cxnSp>
      <p:cxnSp>
        <p:nvCxn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0D618053-1BEA-4C83-AA3D-1B8B060D6AE8}"/>
              </a:ext>
            </a:extLst>
          </p:cNvPr>
          <p:cNvCxnSpPr>
            <a:stCxn xmlns:a="http://schemas.openxmlformats.org/drawingml/2006/main" id="53" idx="3"/>
            <a:endCxn xmlns:a="http://schemas.openxmlformats.org/drawingml/2006/main" id="54" idx="1"/>
          </p:cNvCxnSpPr>
          <p:nvPr/>
        </p:nvCxnSpPr>
        <p:spPr>
          <a:xfrm xmlns:a="http://schemas.openxmlformats.org/drawingml/2006/main" flipH="1">
            <a:off x="5715000" y="5210652"/>
            <a:ext cx="953" cy="51435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A67A20"/>
            </a:solidFill>
            <a:prstDash val="solid"/>
            <a:tailEnd type="triangle" w="sm" len="sm"/>
          </a:ln>
        </p:spPr>
      </p:cxnSp>
      <p:cxnSp>
        <p:nvCxn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3B3A7D67-5A67-49BF-892B-4628E2F5AA01}"/>
              </a:ext>
            </a:extLst>
          </p:cNvPr>
          <p:cNvCxnSpPr>
            <a:stCxn xmlns:a="http://schemas.openxmlformats.org/drawingml/2006/main" id="50" idx="3"/>
            <a:endCxn xmlns:a="http://schemas.openxmlformats.org/drawingml/2006/main" id="51" idx="1"/>
          </p:cNvCxnSpPr>
          <p:nvPr/>
        </p:nvCxnSpPr>
        <p:spPr>
          <a:xfrm xmlns:a="http://schemas.openxmlformats.org/drawingml/2006/main" flipH="1">
            <a:off x="5715000" y="5210652"/>
            <a:ext cx="953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A67A20"/>
            </a:solidFill>
            <a:prstDash val="solid"/>
          </a:ln>
        </p:spPr>
      </p:cxnSp>
      <p:cxnSp>
        <p:nvCxn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26FEFC79-16AA-4A8D-AD57-6C6F4AB63D20}"/>
              </a:ext>
            </a:extLst>
          </p:cNvPr>
          <p:cNvCxnSpPr>
            <a:stCxn xmlns:a="http://schemas.openxmlformats.org/drawingml/2006/main" id="47" idx="3"/>
            <a:endCxn xmlns:a="http://schemas.openxmlformats.org/drawingml/2006/main" id="48" idx="1"/>
          </p:cNvCxnSpPr>
          <p:nvPr/>
        </p:nvCxnSpPr>
        <p:spPr>
          <a:xfrm xmlns:a="http://schemas.openxmlformats.org/drawingml/2006/main" flipH="1">
            <a:off x="5715000" y="4762977"/>
            <a:ext cx="953" cy="447675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A67A20"/>
            </a:solidFill>
            <a:prstDash val="solid"/>
          </a:ln>
        </p:spPr>
      </p:cxnSp>
      <p:cxnSp>
        <p:nvCxn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B0D62721-28E5-41E1-85D6-FD3BC8BD089E}"/>
              </a:ext>
            </a:extLst>
          </p:cNvPr>
          <p:cNvCxnSpPr>
            <a:stCxn xmlns:a="http://schemas.openxmlformats.org/drawingml/2006/main" id="44" idx="3"/>
            <a:endCxn xmlns:a="http://schemas.openxmlformats.org/drawingml/2006/main" id="45" idx="1"/>
          </p:cNvCxnSpPr>
          <p:nvPr/>
        </p:nvCxnSpPr>
        <p:spPr>
          <a:xfrm xmlns:a="http://schemas.openxmlformats.org/drawingml/2006/main" flipH="1">
            <a:off x="2047875" y="5210652"/>
            <a:ext cx="953" cy="51435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547D45"/>
            </a:solidFill>
            <a:prstDash val="solid"/>
            <a:tailEnd type="triangle" w="sm" len="sm"/>
          </a:ln>
        </p:spPr>
      </p:cxnSp>
      <p:cxnSp>
        <p:nvCxn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E2F2AB21-81C6-4661-80A7-2E4BABED29B3}"/>
              </a:ext>
            </a:extLst>
          </p:cNvPr>
          <p:cNvCxnSpPr>
            <a:stCxn xmlns:a="http://schemas.openxmlformats.org/drawingml/2006/main" id="41" idx="3"/>
            <a:endCxn xmlns:a="http://schemas.openxmlformats.org/drawingml/2006/main" id="42" idx="1"/>
          </p:cNvCxnSpPr>
          <p:nvPr/>
        </p:nvCxnSpPr>
        <p:spPr>
          <a:xfrm xmlns:a="http://schemas.openxmlformats.org/drawingml/2006/main" flipH="1">
            <a:off x="2047875" y="5210652"/>
            <a:ext cx="3668078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547D45"/>
            </a:solidFill>
            <a:prstDash val="solid"/>
          </a:ln>
        </p:spPr>
      </p:cxnSp>
      <p:cxnSp>
        <p:nvCxn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7F7D019-1090-44CA-B66D-EDA243D84F08}"/>
              </a:ext>
            </a:extLst>
          </p:cNvPr>
          <p:cNvCxnSpPr>
            <a:stCxn xmlns:a="http://schemas.openxmlformats.org/drawingml/2006/main" id="38" idx="3"/>
            <a:endCxn xmlns:a="http://schemas.openxmlformats.org/drawingml/2006/main" id="39" idx="1"/>
          </p:cNvCxnSpPr>
          <p:nvPr/>
        </p:nvCxnSpPr>
        <p:spPr>
          <a:xfrm xmlns:a="http://schemas.openxmlformats.org/drawingml/2006/main" flipH="1">
            <a:off x="5715000" y="4762977"/>
            <a:ext cx="953" cy="447675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547D45"/>
            </a:solidFill>
            <a:prstDash val="solid"/>
          </a:ln>
        </p:spPr>
      </p:cxnSp>
      <p:cxnSp>
        <p:nvCxn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F5486F1-7B7D-4357-9348-B51CAEF8231E}"/>
              </a:ext>
            </a:extLst>
          </p:cNvPr>
          <p:cNvCxnSpPr>
            <a:stCxn xmlns:a="http://schemas.openxmlformats.org/drawingml/2006/main" id="26" idx="3"/>
            <a:endCxn xmlns:a="http://schemas.openxmlformats.org/drawingml/2006/main" id="27" idx="1"/>
          </p:cNvCxnSpPr>
          <p:nvPr/>
        </p:nvCxnSpPr>
        <p:spPr>
          <a:xfrm xmlns:a="http://schemas.openxmlformats.org/drawingml/2006/main" flipH="1">
            <a:off x="5715000" y="3839052"/>
            <a:ext cx="953" cy="30480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547D45"/>
            </a:solidFill>
            <a:prstDash val="solid"/>
            <a:tailEnd type="triangle" w="sm" len="sm"/>
          </a:ln>
        </p:spPr>
      </p:cxnSp>
      <p:cxnSp>
        <p:nvCxn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E8D12FE-3D6E-4E7E-BD61-39B48B98F6DB}"/>
              </a:ext>
            </a:extLst>
          </p:cNvPr>
          <p:cNvCxnSpPr>
            <a:stCxn xmlns:a="http://schemas.openxmlformats.org/drawingml/2006/main" id="23" idx="3"/>
            <a:endCxn xmlns:a="http://schemas.openxmlformats.org/drawingml/2006/main" id="24" idx="1"/>
          </p:cNvCxnSpPr>
          <p:nvPr/>
        </p:nvCxnSpPr>
        <p:spPr>
          <a:xfrm xmlns:a="http://schemas.openxmlformats.org/drawingml/2006/main" flipH="1">
            <a:off x="5715000" y="3839052"/>
            <a:ext cx="3268028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547D45"/>
            </a:solidFill>
            <a:prstDash val="solid"/>
          </a:ln>
        </p:spPr>
      </p:cxnSp>
      <p:cxnSp>
        <p:nvCxn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4339785-DA4A-4900-AA13-4EE4380AA513}"/>
              </a:ext>
            </a:extLst>
          </p:cNvPr>
          <p:cNvCxnSpPr>
            <a:stCxn xmlns:a="http://schemas.openxmlformats.org/drawingml/2006/main" id="20" idx="3"/>
            <a:endCxn xmlns:a="http://schemas.openxmlformats.org/drawingml/2006/main" id="21" idx="1"/>
          </p:cNvCxnSpPr>
          <p:nvPr/>
        </p:nvCxnSpPr>
        <p:spPr>
          <a:xfrm xmlns:a="http://schemas.openxmlformats.org/drawingml/2006/main" flipH="1">
            <a:off x="8982075" y="3467577"/>
            <a:ext cx="953" cy="371475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547D45"/>
            </a:solidFill>
            <a:prstDash val="solid"/>
          </a:ln>
        </p:spPr>
      </p:cxnSp>
      <p:cxnSp>
        <p:nvCxn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29BA8B2-43ED-4B4D-92B9-A9332B61A8B7}"/>
              </a:ext>
            </a:extLst>
          </p:cNvPr>
          <p:cNvCxnSpPr>
            <a:stCxn xmlns:a="http://schemas.openxmlformats.org/drawingml/2006/main" id="16" idx="3"/>
            <a:endCxn xmlns:a="http://schemas.openxmlformats.org/drawingml/2006/main" id="17" idx="1"/>
          </p:cNvCxnSpPr>
          <p:nvPr/>
        </p:nvCxnSpPr>
        <p:spPr>
          <a:xfrm xmlns:a="http://schemas.openxmlformats.org/drawingml/2006/main" flipH="1">
            <a:off x="2457450" y="2200752"/>
            <a:ext cx="953" cy="409575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277DC3"/>
            </a:solidFill>
            <a:prstDash val="solid"/>
            <a:tailEnd type="triangle" w="sm" len="sm"/>
          </a:ln>
        </p:spPr>
      </p:cxnSp>
      <p:cxnSp>
        <p:nvCxn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523A3D7-0401-4FFE-A693-100BC58725F5}"/>
              </a:ext>
            </a:extLst>
          </p:cNvPr>
          <p:cNvCxnSpPr>
            <a:stCxn xmlns:a="http://schemas.openxmlformats.org/drawingml/2006/main" id="13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 flipH="1">
            <a:off x="2457450" y="2200752"/>
            <a:ext cx="3258503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277DC3"/>
            </a:solidFill>
            <a:prstDash val="solid"/>
          </a:ln>
        </p:spPr>
      </p:cxnSp>
      <p:cxnSp>
        <p:nvCxn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2504450-B3E1-49B8-B31C-970DF7DE7EB9}"/>
              </a:ext>
            </a:extLst>
          </p:cNvPr>
          <p:cNvCxnSpPr>
            <a:stCxn xmlns:a="http://schemas.openxmlformats.org/drawingml/2006/main" id="10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 flipH="1">
            <a:off x="5715000" y="1857852"/>
            <a:ext cx="953" cy="34290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277DC3"/>
            </a:solidFill>
            <a:prstDash val="solid"/>
          </a:ln>
        </p:spPr>
      </p:cxn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CCDEE38-FE8B-408B-A28F-2C2A95F40CCC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7080250" y="3038475"/>
            <a:ext cx="523875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277DC3"/>
            </a:solidFill>
            <a:prstDash val="solid"/>
            <a:tailEnd type="triangle" w="sm" len="sm"/>
          </a:ln>
        </p:spPr>
      </p:cxnSp>
      <p:cxnSp>
        <p:nvCxn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BF7076E-3A6F-4CE8-B594-FA50CDD13EBA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3825875" y="3038475"/>
            <a:ext cx="523875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277DC3"/>
            </a:solidFill>
            <a:prstDash val="solid"/>
            <a:tailEnd type="triangle" w="sm" len="sm"/>
          </a:ln>
        </p:spPr>
      </p:cxnSp>
      <p:sp>
        <p:nvSpPr>
          <p:cNvPr id="66" name="F-08">
            <a:extLst xmlns:a="http://schemas.openxmlformats.org/drawingml/2006/main">
              <a:ext uri="{FF2B5EF4-FFF2-40B4-BE49-F238E27FC236}">
                <a16:creationId xmlns:a16="http://schemas.microsoft.com/office/drawing/2014/main" id="{64A14A90-C478-4828-9111-D850F7A00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9075"/>
            <a:ext cx="95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l">
              <a:defRPr sz="1650" b="1">
                <a:solidFill>
                  <a:srgbClr val="277DC3"/>
                </a:solidFill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277DC3"/>
                </a:solidFill>
              </a:defRPr>
            </a:pPr>
            <a:r>
              <a:rPr sz="1650" b="1">
                <a:solidFill>
                  <a:srgbClr val="277DC3"/>
                </a:solidFill>
                <a:latin typeface="Microsoft YaHei"/>
                <a:ea typeface="Microsoft YaHei"/>
                <a:cs typeface="Microsoft YaHei"/>
              </a:rPr>
              <a:t>F-08</a:t>
            </a:r>
          </a:p>
        </p:txBody>
      </p:sp>
      <p:sp>
        <p:nvSpPr>
          <p:cNvPr id="2" name="Critic 校验闭环">
            <a:extLst xmlns:a="http://schemas.openxmlformats.org/drawingml/2006/main">
              <a:ext uri="{FF2B5EF4-FFF2-40B4-BE49-F238E27FC236}">
                <a16:creationId xmlns:a16="http://schemas.microsoft.com/office/drawing/2014/main" id="{7F8BEBEE-BE3D-47CB-A439-61A524A35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152400"/>
            <a:ext cx="9525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l">
              <a:defRPr sz="2400" b="1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233E54"/>
                </a:solidFill>
              </a:defRPr>
            </a:pPr>
            <a:r>
              <a:rPr sz="2400" b="1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Critic 校验闭环</a:t>
            </a:r>
          </a:p>
        </p:txBody>
      </p:sp>
      <p:sp>
        <p:nvSpPr>
          <p:cNvPr id="3" name="boundary">
            <a:extLst xmlns:a="http://schemas.openxmlformats.org/drawingml/2006/main">
              <a:ext uri="{FF2B5EF4-FFF2-40B4-BE49-F238E27FC236}">
                <a16:creationId xmlns:a16="http://schemas.microsoft.com/office/drawing/2014/main" id="{6E1935F4-D586-4E0C-9BF5-459AD2993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28675"/>
            <a:ext cx="10515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C4D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富化 / 评估 / 问答 / 报告">
            <a:extLst xmlns:a="http://schemas.openxmlformats.org/drawingml/2006/main">
              <a:ext uri="{FF2B5EF4-FFF2-40B4-BE49-F238E27FC236}">
                <a16:creationId xmlns:a16="http://schemas.microsoft.com/office/drawing/2014/main" id="{B1AD6AB0-11F3-42E9-A6FC-3233A6F67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1238250"/>
            <a:ext cx="6667500" cy="619125"/>
          </a:xfrm>
          <a:prstGeom xmlns:a="http://schemas.openxmlformats.org/drawingml/2006/main" prst="roundRect">
            <a:avLst>
              <a:gd name="adj" fmla="val 18462"/>
            </a:avLst>
          </a:prstGeom>
          <a:solidFill xmlns:a="http://schemas.openxmlformats.org/drawingml/2006/main">
            <a:srgbClr val="277DC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2100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ctr"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富化 / 评估 / 问答 / 报告</a:t>
            </a:r>
          </a:p>
        </p:txBody>
      </p:sp>
      <p:sp>
        <p:nvSpPr>
          <p:cNvPr id="5" name="引用可回溯">
            <a:extLst xmlns:a="http://schemas.openxmlformats.org/drawingml/2006/main">
              <a:ext uri="{FF2B5EF4-FFF2-40B4-BE49-F238E27FC236}">
                <a16:creationId xmlns:a16="http://schemas.microsoft.com/office/drawing/2014/main" id="{48BA889E-49C1-427E-A559-DD4CD8489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2609850"/>
            <a:ext cx="2730500" cy="8572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EAF4FC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800" b="1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ctr">
              <a:defRPr sz="1800" b="1">
                <a:solidFill>
                  <a:srgbClr val="233E54"/>
                </a:solidFill>
              </a:defRPr>
            </a:pPr>
            <a:r>
              <a:rPr sz="1800" b="1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引用可回溯</a:t>
            </a:r>
          </a:p>
        </p:txBody>
      </p:sp>
      <p:sp>
        <p:nvSpPr>
          <p:cNvPr id="6" name="置信度达门槛">
            <a:extLst xmlns:a="http://schemas.openxmlformats.org/drawingml/2006/main">
              <a:ext uri="{FF2B5EF4-FFF2-40B4-BE49-F238E27FC236}">
                <a16:creationId xmlns:a16="http://schemas.microsoft.com/office/drawing/2014/main" id="{CDC9C54C-A06B-46D6-B2FE-A841BA1D2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9750" y="2609850"/>
            <a:ext cx="2730500" cy="8572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EAF4FC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800" b="1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ctr">
              <a:defRPr sz="1800" b="1">
                <a:solidFill>
                  <a:srgbClr val="233E54"/>
                </a:solidFill>
              </a:defRPr>
            </a:pPr>
            <a:r>
              <a:rPr sz="1800" b="1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置信度达门槛</a:t>
            </a:r>
          </a:p>
        </p:txBody>
      </p:sp>
      <p:sp>
        <p:nvSpPr>
          <p:cNvPr id="7" name="无违规内容">
            <a:extLst xmlns:a="http://schemas.openxmlformats.org/drawingml/2006/main">
              <a:ext uri="{FF2B5EF4-FFF2-40B4-BE49-F238E27FC236}">
                <a16:creationId xmlns:a16="http://schemas.microsoft.com/office/drawing/2014/main" id="{3CA2D8E3-4094-4D2D-ABFA-AFB64B46F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4125" y="2609850"/>
            <a:ext cx="2730500" cy="8572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EAF4FC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800" b="1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ctr">
              <a:defRPr sz="1800" b="1">
                <a:solidFill>
                  <a:srgbClr val="233E54"/>
                </a:solidFill>
              </a:defRPr>
            </a:pPr>
            <a:r>
              <a:rPr sz="1800" b="1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无违规内容</a:t>
            </a:r>
          </a:p>
        </p:txBody>
      </p:sp>
      <p:sp>
        <p:nvSpPr>
          <p:cNvPr id="10" name="boundary">
            <a:extLst xmlns:a="http://schemas.openxmlformats.org/drawingml/2006/main">
              <a:ext uri="{FF2B5EF4-FFF2-40B4-BE49-F238E27FC236}">
                <a16:creationId xmlns:a16="http://schemas.microsoft.com/office/drawing/2014/main" id="{CF191403-D7EB-4B2E-9D27-D46BD88D7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1857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1" name="boundary">
            <a:extLst xmlns:a="http://schemas.openxmlformats.org/drawingml/2006/main">
              <a:ext uri="{FF2B5EF4-FFF2-40B4-BE49-F238E27FC236}">
                <a16:creationId xmlns:a16="http://schemas.microsoft.com/office/drawing/2014/main" id="{A8AABD93-74F4-46DA-8B1A-FB15A6E05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2002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3" name="boundary">
            <a:extLst xmlns:a="http://schemas.openxmlformats.org/drawingml/2006/main">
              <a:ext uri="{FF2B5EF4-FFF2-40B4-BE49-F238E27FC236}">
                <a16:creationId xmlns:a16="http://schemas.microsoft.com/office/drawing/2014/main" id="{8314442C-2E4B-4F15-96F5-8B07DC865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2002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4" name="boundary">
            <a:extLst xmlns:a="http://schemas.openxmlformats.org/drawingml/2006/main">
              <a:ext uri="{FF2B5EF4-FFF2-40B4-BE49-F238E27FC236}">
                <a16:creationId xmlns:a16="http://schemas.microsoft.com/office/drawing/2014/main" id="{D2353C28-7102-44E6-82F2-084945A1F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22002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6" name="boundary">
            <a:extLst xmlns:a="http://schemas.openxmlformats.org/drawingml/2006/main">
              <a:ext uri="{FF2B5EF4-FFF2-40B4-BE49-F238E27FC236}">
                <a16:creationId xmlns:a16="http://schemas.microsoft.com/office/drawing/2014/main" id="{63ECEA31-BE7E-4D32-8DDD-AF1FBBF44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22002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7" name="boundary">
            <a:extLst xmlns:a="http://schemas.openxmlformats.org/drawingml/2006/main">
              <a:ext uri="{FF2B5EF4-FFF2-40B4-BE49-F238E27FC236}">
                <a16:creationId xmlns:a16="http://schemas.microsoft.com/office/drawing/2014/main" id="{65B2D865-6765-413D-9196-B518B157D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26098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9" name="综合校验结论">
            <a:extLst xmlns:a="http://schemas.openxmlformats.org/drawingml/2006/main">
              <a:ext uri="{FF2B5EF4-FFF2-40B4-BE49-F238E27FC236}">
                <a16:creationId xmlns:a16="http://schemas.microsoft.com/office/drawing/2014/main" id="{3529D5E6-D2EC-4546-96B8-B76667F3F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4143375"/>
            <a:ext cx="3048000" cy="619125"/>
          </a:xfrm>
          <a:prstGeom xmlns:a="http://schemas.openxmlformats.org/drawingml/2006/main" prst="roundRect">
            <a:avLst>
              <a:gd name="adj" fmla="val 18462"/>
            </a:avLst>
          </a:prstGeom>
          <a:solidFill xmlns:a="http://schemas.openxmlformats.org/drawingml/2006/main">
            <a:srgbClr val="E5F0DA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725" b="1">
                <a:solidFill>
                  <a:srgbClr val="547D45"/>
                </a:solidFill>
              </a:defRPr>
            </a:defPPr>
          </a:lstStyle>
          <a:p xmlns:a="http://schemas.openxmlformats.org/drawingml/2006/main">
            <a:pPr algn="ctr">
              <a:defRPr sz="1725" b="1">
                <a:solidFill>
                  <a:srgbClr val="547D45"/>
                </a:solidFill>
              </a:defRPr>
            </a:pPr>
            <a:r>
              <a:rPr sz="1725" b="1">
                <a:solidFill>
                  <a:srgbClr val="547D45"/>
                </a:solidFill>
                <a:latin typeface="Microsoft YaHei"/>
                <a:ea typeface="Microsoft YaHei"/>
                <a:cs typeface="Microsoft YaHei"/>
              </a:rPr>
              <a:t>综合校验结论</a:t>
            </a:r>
          </a:p>
        </p:txBody>
      </p:sp>
      <p:sp>
        <p:nvSpPr>
          <p:cNvPr id="20" name="boundary">
            <a:extLst xmlns:a="http://schemas.openxmlformats.org/drawingml/2006/main">
              <a:ext uri="{FF2B5EF4-FFF2-40B4-BE49-F238E27FC236}">
                <a16:creationId xmlns:a16="http://schemas.microsoft.com/office/drawing/2014/main" id="{26954B6C-38CA-4818-8E3A-557BF84A4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34671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1" name="boundary">
            <a:extLst xmlns:a="http://schemas.openxmlformats.org/drawingml/2006/main">
              <a:ext uri="{FF2B5EF4-FFF2-40B4-BE49-F238E27FC236}">
                <a16:creationId xmlns:a16="http://schemas.microsoft.com/office/drawing/2014/main" id="{00ED8982-A94D-4E44-BE76-EC8540E48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38385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3" name="boundary">
            <a:extLst xmlns:a="http://schemas.openxmlformats.org/drawingml/2006/main">
              <a:ext uri="{FF2B5EF4-FFF2-40B4-BE49-F238E27FC236}">
                <a16:creationId xmlns:a16="http://schemas.microsoft.com/office/drawing/2014/main" id="{17A994C7-D979-48E6-95D9-5B8BD7D37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38385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4" name="boundary">
            <a:extLst xmlns:a="http://schemas.openxmlformats.org/drawingml/2006/main">
              <a:ext uri="{FF2B5EF4-FFF2-40B4-BE49-F238E27FC236}">
                <a16:creationId xmlns:a16="http://schemas.microsoft.com/office/drawing/2014/main" id="{A2CEFA50-0E7B-46F9-9600-2CE2E44F0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8385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6" name="boundary">
            <a:extLst xmlns:a="http://schemas.openxmlformats.org/drawingml/2006/main">
              <a:ext uri="{FF2B5EF4-FFF2-40B4-BE49-F238E27FC236}">
                <a16:creationId xmlns:a16="http://schemas.microsoft.com/office/drawing/2014/main" id="{6E44AA30-F1B5-4502-ABF1-4E5948439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8385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7" name="boundary">
            <a:extLst xmlns:a="http://schemas.openxmlformats.org/drawingml/2006/main">
              <a:ext uri="{FF2B5EF4-FFF2-40B4-BE49-F238E27FC236}">
                <a16:creationId xmlns:a16="http://schemas.microsoft.com/office/drawing/2014/main" id="{60F210D8-28F3-4581-B0D9-3909BA72D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143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9" name="boundary">
            <a:extLst xmlns:a="http://schemas.openxmlformats.org/drawingml/2006/main">
              <a:ext uri="{FF2B5EF4-FFF2-40B4-BE49-F238E27FC236}">
                <a16:creationId xmlns:a16="http://schemas.microsoft.com/office/drawing/2014/main" id="{A42306ED-8F4B-486F-938C-CE4B58ADF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724525"/>
            <a:ext cx="3143250" cy="1190625"/>
          </a:xfrm>
          <a:prstGeom xmlns:a="http://schemas.openxmlformats.org/drawingml/2006/main" prst="roundRect">
            <a:avLst>
              <a:gd name="adj" fmla="val 9600"/>
            </a:avLst>
          </a:prstGeom>
          <a:solidFill xmlns:a="http://schemas.openxmlformats.org/drawingml/2006/main">
            <a:srgbClr val="E5F0DA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</p:sp>
      <p:sp>
        <p:nvSpPr>
          <p:cNvPr id="30" name="pass">
            <a:extLst xmlns:a="http://schemas.openxmlformats.org/drawingml/2006/main">
              <a:ext uri="{FF2B5EF4-FFF2-40B4-BE49-F238E27FC236}">
                <a16:creationId xmlns:a16="http://schemas.microsoft.com/office/drawing/2014/main" id="{6601F99E-E668-4DA7-A729-40F4820EA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819775"/>
            <a:ext cx="2952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875" b="1">
                <a:solidFill>
                  <a:srgbClr val="547D45"/>
                </a:solidFill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547D45"/>
                </a:solidFill>
              </a:defRPr>
            </a:pPr>
            <a:r>
              <a:rPr sz="1875" b="1">
                <a:solidFill>
                  <a:srgbClr val="547D45"/>
                </a:solidFill>
                <a:latin typeface="Microsoft YaHei"/>
                <a:ea typeface="Microsoft YaHei"/>
                <a:cs typeface="Microsoft YaHei"/>
              </a:rPr>
              <a:t>pass</a:t>
            </a:r>
          </a:p>
        </p:txBody>
      </p:sp>
      <p:sp>
        <p:nvSpPr>
          <p:cNvPr id="31" name="写入或返回">
            <a:extLst xmlns:a="http://schemas.openxmlformats.org/drawingml/2006/main">
              <a:ext uri="{FF2B5EF4-FFF2-40B4-BE49-F238E27FC236}">
                <a16:creationId xmlns:a16="http://schemas.microsoft.com/office/drawing/2014/main" id="{FB388992-4C6F-47F1-B34A-1E45A55B4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248400"/>
            <a:ext cx="29146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575" b="0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ctr">
              <a:defRPr sz="1575" b="0">
                <a:solidFill>
                  <a:srgbClr val="233E54"/>
                </a:solidFill>
              </a:defRPr>
            </a:pPr>
            <a:r>
              <a:rPr sz="1575" b="0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写入或返回</a:t>
            </a:r>
          </a:p>
        </p:txBody>
      </p:sp>
      <p:sp>
        <p:nvSpPr>
          <p:cNvPr id="32" name="boundary">
            <a:extLst xmlns:a="http://schemas.openxmlformats.org/drawingml/2006/main">
              <a:ext uri="{FF2B5EF4-FFF2-40B4-BE49-F238E27FC236}">
                <a16:creationId xmlns:a16="http://schemas.microsoft.com/office/drawing/2014/main" id="{1DE37FA9-B062-48DC-AD53-EF6B0E1B6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5724525"/>
            <a:ext cx="3143250" cy="1190625"/>
          </a:xfrm>
          <a:prstGeom xmlns:a="http://schemas.openxmlformats.org/drawingml/2006/main" prst="roundRect">
            <a:avLst>
              <a:gd name="adj" fmla="val 9600"/>
            </a:avLst>
          </a:prstGeom>
          <a:solidFill xmlns:a="http://schemas.openxmlformats.org/drawingml/2006/main">
            <a:srgbClr val="FFF1CB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</p:sp>
      <p:sp>
        <p:nvSpPr>
          <p:cNvPr id="33" name="partial">
            <a:extLst xmlns:a="http://schemas.openxmlformats.org/drawingml/2006/main">
              <a:ext uri="{FF2B5EF4-FFF2-40B4-BE49-F238E27FC236}">
                <a16:creationId xmlns:a16="http://schemas.microsoft.com/office/drawing/2014/main" id="{42043F1F-824C-4744-9D1C-571BDB8F4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5819775"/>
            <a:ext cx="2952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875" b="1">
                <a:solidFill>
                  <a:srgbClr val="A67A20"/>
                </a:solidFill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A67A20"/>
                </a:solidFill>
              </a:defRPr>
            </a:pPr>
            <a:r>
              <a:rPr sz="1875" b="1">
                <a:solidFill>
                  <a:srgbClr val="A67A20"/>
                </a:solidFill>
                <a:latin typeface="Microsoft YaHei"/>
                <a:ea typeface="Microsoft YaHei"/>
                <a:cs typeface="Microsoft YaHei"/>
              </a:rPr>
              <a:t>partial</a:t>
            </a:r>
          </a:p>
        </p:txBody>
      </p:sp>
      <p:sp>
        <p:nvSpPr>
          <p:cNvPr id="34" name="标明不受支持句">
            <a:extLst xmlns:a="http://schemas.openxmlformats.org/drawingml/2006/main">
              <a:ext uri="{FF2B5EF4-FFF2-40B4-BE49-F238E27FC236}">
                <a16:creationId xmlns:a16="http://schemas.microsoft.com/office/drawing/2014/main" id="{CF439FBE-B827-4B97-8368-7BF6FEF95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6248400"/>
            <a:ext cx="29146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575" b="0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ctr">
              <a:defRPr sz="1575" b="0">
                <a:solidFill>
                  <a:srgbClr val="233E54"/>
                </a:solidFill>
              </a:defRPr>
            </a:pPr>
            <a:r>
              <a:rPr sz="1575" b="0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标明不受支持句</a:t>
            </a:r>
          </a:p>
        </p:txBody>
      </p:sp>
      <p:sp>
        <p:nvSpPr>
          <p:cNvPr id="35" name="boundary">
            <a:extLst xmlns:a="http://schemas.openxmlformats.org/drawingml/2006/main">
              <a:ext uri="{FF2B5EF4-FFF2-40B4-BE49-F238E27FC236}">
                <a16:creationId xmlns:a16="http://schemas.microsoft.com/office/drawing/2014/main" id="{5C42E3F7-F284-488E-B30E-D2A012D5C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5724525"/>
            <a:ext cx="3143250" cy="1190625"/>
          </a:xfrm>
          <a:prstGeom xmlns:a="http://schemas.openxmlformats.org/drawingml/2006/main" prst="roundRect">
            <a:avLst>
              <a:gd name="adj" fmla="val 9600"/>
            </a:avLst>
          </a:prstGeom>
          <a:solidFill xmlns:a="http://schemas.openxmlformats.org/drawingml/2006/main">
            <a:srgbClr val="FBE7E2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</p:sp>
      <p:sp>
        <p:nvSpPr>
          <p:cNvPr id="36" name="reject / fail">
            <a:extLst xmlns:a="http://schemas.openxmlformats.org/drawingml/2006/main">
              <a:ext uri="{FF2B5EF4-FFF2-40B4-BE49-F238E27FC236}">
                <a16:creationId xmlns:a16="http://schemas.microsoft.com/office/drawing/2014/main" id="{2FE08349-D84F-4124-9099-273FF3B33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5819775"/>
            <a:ext cx="2952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875" b="1">
                <a:solidFill>
                  <a:srgbClr val="AB554B"/>
                </a:solidFill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AB554B"/>
                </a:solidFill>
              </a:defRPr>
            </a:pPr>
            <a:r>
              <a:rPr sz="1875" b="1">
                <a:solidFill>
                  <a:srgbClr val="AB554B"/>
                </a:solidFill>
                <a:latin typeface="Microsoft YaHei"/>
                <a:ea typeface="Microsoft YaHei"/>
                <a:cs typeface="Microsoft YaHei"/>
              </a:rPr>
              <a:t>reject / fail</a:t>
            </a:r>
          </a:p>
        </p:txBody>
      </p:sp>
      <p:sp>
        <p:nvSpPr>
          <p:cNvPr id="37" name="重新检索或富化">
            <a:extLst xmlns:a="http://schemas.openxmlformats.org/drawingml/2006/main">
              <a:ext uri="{FF2B5EF4-FFF2-40B4-BE49-F238E27FC236}">
                <a16:creationId xmlns:a16="http://schemas.microsoft.com/office/drawing/2014/main" id="{19AB94A1-E8A7-4F0D-91F2-C99CA2611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6248400"/>
            <a:ext cx="29146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575" b="0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ctr">
              <a:defRPr sz="1575" b="0">
                <a:solidFill>
                  <a:srgbClr val="233E54"/>
                </a:solidFill>
              </a:defRPr>
            </a:pPr>
            <a:r>
              <a:rPr sz="1575" b="0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重新检索或富化</a:t>
            </a:r>
          </a:p>
        </p:txBody>
      </p:sp>
      <p:sp>
        <p:nvSpPr>
          <p:cNvPr id="38" name="boundary">
            <a:extLst xmlns:a="http://schemas.openxmlformats.org/drawingml/2006/main">
              <a:ext uri="{FF2B5EF4-FFF2-40B4-BE49-F238E27FC236}">
                <a16:creationId xmlns:a16="http://schemas.microsoft.com/office/drawing/2014/main" id="{E114D059-9A3C-426F-9716-68ADAE9BE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7625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39" name="boundary">
            <a:extLst xmlns:a="http://schemas.openxmlformats.org/drawingml/2006/main">
              <a:ext uri="{FF2B5EF4-FFF2-40B4-BE49-F238E27FC236}">
                <a16:creationId xmlns:a16="http://schemas.microsoft.com/office/drawing/2014/main" id="{8571BB4F-6E71-4691-AA04-A25882E57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52101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41" name="boundary">
            <a:extLst xmlns:a="http://schemas.openxmlformats.org/drawingml/2006/main">
              <a:ext uri="{FF2B5EF4-FFF2-40B4-BE49-F238E27FC236}">
                <a16:creationId xmlns:a16="http://schemas.microsoft.com/office/drawing/2014/main" id="{07000437-8582-4189-9C44-8830BE6CC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52101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42" name="boundary">
            <a:extLst xmlns:a="http://schemas.openxmlformats.org/drawingml/2006/main">
              <a:ext uri="{FF2B5EF4-FFF2-40B4-BE49-F238E27FC236}">
                <a16:creationId xmlns:a16="http://schemas.microsoft.com/office/drawing/2014/main" id="{C0C49FA1-EED3-4203-B562-15FF95F1E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52101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44" name="boundary">
            <a:extLst xmlns:a="http://schemas.openxmlformats.org/drawingml/2006/main">
              <a:ext uri="{FF2B5EF4-FFF2-40B4-BE49-F238E27FC236}">
                <a16:creationId xmlns:a16="http://schemas.microsoft.com/office/drawing/2014/main" id="{F05C6157-DB37-48BC-AC60-E223F12CE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52101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45" name="boundary">
            <a:extLst xmlns:a="http://schemas.openxmlformats.org/drawingml/2006/main">
              <a:ext uri="{FF2B5EF4-FFF2-40B4-BE49-F238E27FC236}">
                <a16:creationId xmlns:a16="http://schemas.microsoft.com/office/drawing/2014/main" id="{A7A75CFC-F9AB-4A1F-8234-EB9AE63E0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57245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47" name="boundary">
            <a:extLst xmlns:a="http://schemas.openxmlformats.org/drawingml/2006/main">
              <a:ext uri="{FF2B5EF4-FFF2-40B4-BE49-F238E27FC236}">
                <a16:creationId xmlns:a16="http://schemas.microsoft.com/office/drawing/2014/main" id="{5241BCB0-99AC-4F7B-916F-25C109793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7625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48" name="boundary">
            <a:extLst xmlns:a="http://schemas.openxmlformats.org/drawingml/2006/main">
              <a:ext uri="{FF2B5EF4-FFF2-40B4-BE49-F238E27FC236}">
                <a16:creationId xmlns:a16="http://schemas.microsoft.com/office/drawing/2014/main" id="{E4DF4C33-1E46-4F01-8F91-989BDB383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52101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50" name="boundary">
            <a:extLst xmlns:a="http://schemas.openxmlformats.org/drawingml/2006/main">
              <a:ext uri="{FF2B5EF4-FFF2-40B4-BE49-F238E27FC236}">
                <a16:creationId xmlns:a16="http://schemas.microsoft.com/office/drawing/2014/main" id="{993C2D01-4A0B-4A68-9EC8-1E21DC97F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52101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51" name="boundary">
            <a:extLst xmlns:a="http://schemas.openxmlformats.org/drawingml/2006/main">
              <a:ext uri="{FF2B5EF4-FFF2-40B4-BE49-F238E27FC236}">
                <a16:creationId xmlns:a16="http://schemas.microsoft.com/office/drawing/2014/main" id="{2630A630-E697-45D6-9666-F61549AE1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52101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53" name="boundary">
            <a:extLst xmlns:a="http://schemas.openxmlformats.org/drawingml/2006/main">
              <a:ext uri="{FF2B5EF4-FFF2-40B4-BE49-F238E27FC236}">
                <a16:creationId xmlns:a16="http://schemas.microsoft.com/office/drawing/2014/main" id="{C72C7150-8413-4E77-B878-10763FD66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52101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54" name="boundary">
            <a:extLst xmlns:a="http://schemas.openxmlformats.org/drawingml/2006/main">
              <a:ext uri="{FF2B5EF4-FFF2-40B4-BE49-F238E27FC236}">
                <a16:creationId xmlns:a16="http://schemas.microsoft.com/office/drawing/2014/main" id="{05AC16E6-3C0A-4810-8A6F-7CDF15937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57245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56" name="boundary">
            <a:extLst xmlns:a="http://schemas.openxmlformats.org/drawingml/2006/main">
              <a:ext uri="{FF2B5EF4-FFF2-40B4-BE49-F238E27FC236}">
                <a16:creationId xmlns:a16="http://schemas.microsoft.com/office/drawing/2014/main" id="{4D1B435D-F688-49BE-9F53-F5DC23EFA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7625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57" name="boundary">
            <a:extLst xmlns:a="http://schemas.openxmlformats.org/drawingml/2006/main">
              <a:ext uri="{FF2B5EF4-FFF2-40B4-BE49-F238E27FC236}">
                <a16:creationId xmlns:a16="http://schemas.microsoft.com/office/drawing/2014/main" id="{B4D9ADFE-1785-4681-89F7-BF365BF93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52101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59" name="boundary">
            <a:extLst xmlns:a="http://schemas.openxmlformats.org/drawingml/2006/main">
              <a:ext uri="{FF2B5EF4-FFF2-40B4-BE49-F238E27FC236}">
                <a16:creationId xmlns:a16="http://schemas.microsoft.com/office/drawing/2014/main" id="{85B6A438-0A9F-4B5C-9945-BE1717E86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52101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60" name="boundary">
            <a:extLst xmlns:a="http://schemas.openxmlformats.org/drawingml/2006/main">
              <a:ext uri="{FF2B5EF4-FFF2-40B4-BE49-F238E27FC236}">
                <a16:creationId xmlns:a16="http://schemas.microsoft.com/office/drawing/2014/main" id="{F359D244-6175-4D97-92A0-8BCC712A1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52101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62" name="boundary">
            <a:extLst xmlns:a="http://schemas.openxmlformats.org/drawingml/2006/main">
              <a:ext uri="{FF2B5EF4-FFF2-40B4-BE49-F238E27FC236}">
                <a16:creationId xmlns:a16="http://schemas.microsoft.com/office/drawing/2014/main" id="{1CED5059-ACC9-4A27-9F18-1EF72082E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52101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63" name="boundary">
            <a:extLst xmlns:a="http://schemas.openxmlformats.org/drawingml/2006/main">
              <a:ext uri="{FF2B5EF4-FFF2-40B4-BE49-F238E27FC236}">
                <a16:creationId xmlns:a16="http://schemas.microsoft.com/office/drawing/2014/main" id="{15167C75-E634-4F06-AFF4-8EE9A2A19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57245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65" name="关系边门槛 0.6；问答 partial 比例 ≤30%；LLM 产出 20% 抽检">
            <a:extLst xmlns:a="http://schemas.openxmlformats.org/drawingml/2006/main">
              <a:ext uri="{FF2B5EF4-FFF2-40B4-BE49-F238E27FC236}">
                <a16:creationId xmlns:a16="http://schemas.microsoft.com/office/drawing/2014/main" id="{D38736B0-62D5-46C5-A192-F86FBB7CD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7353300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350" b="0">
                <a:solidFill>
                  <a:srgbClr val="657D8E"/>
                </a:solidFill>
              </a:defRPr>
            </a:defPPr>
          </a:lstStyle>
          <a:p xmlns:a="http://schemas.openxmlformats.org/drawingml/2006/main">
            <a:pPr algn="ctr">
              <a:defRPr sz="1350" b="0">
                <a:solidFill>
                  <a:srgbClr val="657D8E"/>
                </a:solidFill>
              </a:defRPr>
            </a:pPr>
            <a:r>
              <a:rPr sz="1350" b="0">
                <a:solidFill>
                  <a:srgbClr val="657D8E"/>
                </a:solidFill>
                <a:latin typeface="Microsoft YaHei"/>
                <a:ea typeface="Microsoft YaHei"/>
                <a:cs typeface="Microsoft YaHei"/>
              </a:rPr>
              <a:t>关系边门槛 0.6；问答 partial 比例 ≤30%；LLM 产出 20% 抽检</a:t>
            </a:r>
          </a:p>
        </p:txBody>
      </p:sp>
    </p:spTree>
    <p:extLst>
      <p:ext uri="{BB962C8B-B14F-4D97-AF65-F5344CB8AC3E}">
        <p14:creationId xmlns:p14="http://schemas.microsoft.com/office/powerpoint/2010/main" val="131577598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F-09">
            <a:extLst xmlns:a="http://schemas.openxmlformats.org/drawingml/2006/main">
              <a:ext uri="{FF2B5EF4-FFF2-40B4-BE49-F238E27FC236}">
                <a16:creationId xmlns:a16="http://schemas.microsoft.com/office/drawing/2014/main" id="{061B5295-DCC3-4AC0-8212-2C358A7BE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9075"/>
            <a:ext cx="95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l">
              <a:defRPr sz="1650" b="1">
                <a:solidFill>
                  <a:srgbClr val="277DC3"/>
                </a:solidFill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277DC3"/>
                </a:solidFill>
              </a:defRPr>
            </a:pPr>
            <a:r>
              <a:rPr sz="1650" b="1">
                <a:solidFill>
                  <a:srgbClr val="277DC3"/>
                </a:solidFill>
                <a:latin typeface="Microsoft YaHei"/>
                <a:ea typeface="Microsoft YaHei"/>
                <a:cs typeface="Microsoft YaHei"/>
              </a:rPr>
              <a:t>F-09</a:t>
            </a:r>
          </a:p>
        </p:txBody>
      </p:sp>
      <p:sp>
        <p:nvSpPr>
          <p:cNvPr id="2" name="九类数据源与三级可信度">
            <a:extLst xmlns:a="http://schemas.openxmlformats.org/drawingml/2006/main">
              <a:ext uri="{FF2B5EF4-FFF2-40B4-BE49-F238E27FC236}">
                <a16:creationId xmlns:a16="http://schemas.microsoft.com/office/drawing/2014/main" id="{65B32E2B-7E09-4EC5-B78B-4B84D2308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152400"/>
            <a:ext cx="9525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l">
              <a:defRPr sz="2400" b="1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233E54"/>
                </a:solidFill>
              </a:defRPr>
            </a:pPr>
            <a:r>
              <a:rPr sz="2400" b="1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九类数据源与三级可信度</a:t>
            </a:r>
          </a:p>
        </p:txBody>
      </p:sp>
      <p:sp>
        <p:nvSpPr>
          <p:cNvPr id="3" name="boundary">
            <a:extLst xmlns:a="http://schemas.openxmlformats.org/drawingml/2006/main">
              <a:ext uri="{FF2B5EF4-FFF2-40B4-BE49-F238E27FC236}">
                <a16:creationId xmlns:a16="http://schemas.microsoft.com/office/drawing/2014/main" id="{45782100-7EB1-46DE-A0DC-D0B7C4ECE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28675"/>
            <a:ext cx="10515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C4D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boundary">
            <a:extLst xmlns:a="http://schemas.openxmlformats.org/drawingml/2006/main">
              <a:ext uri="{FF2B5EF4-FFF2-40B4-BE49-F238E27FC236}">
                <a16:creationId xmlns:a16="http://schemas.microsoft.com/office/drawing/2014/main" id="{F959C259-D8E8-4CDC-A706-D5B74573E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562100"/>
            <a:ext cx="3333750" cy="5153025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EAF4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一级 官方">
            <a:extLst xmlns:a="http://schemas.openxmlformats.org/drawingml/2006/main">
              <a:ext uri="{FF2B5EF4-FFF2-40B4-BE49-F238E27FC236}">
                <a16:creationId xmlns:a16="http://schemas.microsoft.com/office/drawing/2014/main" id="{E872836D-35BB-4AEF-A6CA-C4BEEDE19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71650"/>
            <a:ext cx="2952750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277DC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875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一级 官方</a:t>
            </a:r>
          </a:p>
        </p:txBody>
      </p:sp>
      <p:sp>
        <p:nvSpPr>
          <p:cNvPr id="6" name="1.0">
            <a:extLst xmlns:a="http://schemas.openxmlformats.org/drawingml/2006/main">
              <a:ext uri="{FF2B5EF4-FFF2-40B4-BE49-F238E27FC236}">
                <a16:creationId xmlns:a16="http://schemas.microsoft.com/office/drawing/2014/main" id="{4139919C-2371-40D4-8F65-03049C854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66975"/>
            <a:ext cx="2952750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4650" b="1">
                <a:solidFill>
                  <a:srgbClr val="277DC3"/>
                </a:solidFill>
              </a:defRPr>
            </a:defPPr>
          </a:lstStyle>
          <a:p xmlns:a="http://schemas.openxmlformats.org/drawingml/2006/main">
            <a:pPr algn="ctr">
              <a:defRPr sz="4650" b="1">
                <a:solidFill>
                  <a:srgbClr val="277DC3"/>
                </a:solidFill>
              </a:defRPr>
            </a:pPr>
            <a:r>
              <a:rPr sz="4650" b="1">
                <a:solidFill>
                  <a:srgbClr val="277DC3"/>
                </a:solidFill>
                <a:latin typeface="Microsoft YaHei"/>
                <a:ea typeface="Microsoft YaHei"/>
                <a:cs typeface="Microsoft YaHei"/>
              </a:rPr>
              <a:t>1.0</a:t>
            </a:r>
          </a:p>
        </p:txBody>
      </p:sp>
      <p:sp>
        <p:nvSpPr>
          <p:cNvPr id="7" name="可信度权重">
            <a:extLst xmlns:a="http://schemas.openxmlformats.org/drawingml/2006/main">
              <a:ext uri="{FF2B5EF4-FFF2-40B4-BE49-F238E27FC236}">
                <a16:creationId xmlns:a16="http://schemas.microsoft.com/office/drawing/2014/main" id="{9BE95D81-3370-45EA-BD70-C7964E1B8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90900"/>
            <a:ext cx="2952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500" b="0">
                <a:solidFill>
                  <a:srgbClr val="277DC3"/>
                </a:solidFill>
              </a:defRPr>
            </a:defPPr>
          </a:lstStyle>
          <a:p xmlns:a="http://schemas.openxmlformats.org/drawingml/2006/main">
            <a:pPr algn="ctr">
              <a:defRPr sz="1500" b="0">
                <a:solidFill>
                  <a:srgbClr val="277DC3"/>
                </a:solidFill>
              </a:defRPr>
            </a:pPr>
            <a:r>
              <a:rPr sz="1500" b="0">
                <a:solidFill>
                  <a:srgbClr val="277DC3"/>
                </a:solidFill>
                <a:latin typeface="Microsoft YaHei"/>
                <a:ea typeface="Microsoft YaHei"/>
                <a:cs typeface="Microsoft YaHei"/>
              </a:rPr>
              <a:t>可信度权重</a:t>
            </a:r>
          </a:p>
        </p:txBody>
      </p:sp>
      <p:sp>
        <p:nvSpPr>
          <p:cNvPr id="8" name="NVD / GHSA reviewed OSV / KEV / EPSS ATLAS / 厂商公告 CNNVD / 标准法规 CNVD：人工导入">
            <a:extLst xmlns:a="http://schemas.openxmlformats.org/drawingml/2006/main">
              <a:ext uri="{FF2B5EF4-FFF2-40B4-BE49-F238E27FC236}">
                <a16:creationId xmlns:a16="http://schemas.microsoft.com/office/drawing/2014/main" id="{88B9CB4A-1103-427E-BDA1-28739B1DB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019550"/>
            <a:ext cx="3048000" cy="2409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650" b="0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ctr">
              <a:defRPr sz="1650" b="0">
                <a:solidFill>
                  <a:srgbClr val="233E54"/>
                </a:solidFill>
              </a:defRPr>
            </a:pPr>
            <a:r>
              <a:rPr sz="1650" b="0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NVD / GHSA reviewed</a:t>
            </a:r>
          </a:p>
          <a:p xmlns:a="http://schemas.openxmlformats.org/drawingml/2006/main">
            <a:pPr algn="ctr">
              <a:defRPr sz="1650" b="0">
                <a:solidFill>
                  <a:srgbClr val="233E54"/>
                </a:solidFill>
              </a:defRPr>
            </a:pPr>
            <a:r>
              <a:rPr sz="1650" b="0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OSV / KEV / EPSS</a:t>
            </a:r>
          </a:p>
          <a:p xmlns:a="http://schemas.openxmlformats.org/drawingml/2006/main">
            <a:pPr algn="ctr">
              <a:defRPr sz="1650" b="0">
                <a:solidFill>
                  <a:srgbClr val="233E54"/>
                </a:solidFill>
              </a:defRPr>
            </a:pPr>
            <a:r>
              <a:rPr sz="1650" b="0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ATLAS / 厂商公告</a:t>
            </a:r>
          </a:p>
          <a:p xmlns:a="http://schemas.openxmlformats.org/drawingml/2006/main">
            <a:pPr algn="ctr">
              <a:defRPr sz="1650" b="0">
                <a:solidFill>
                  <a:srgbClr val="233E54"/>
                </a:solidFill>
              </a:defRPr>
            </a:pPr>
            <a:r>
              <a:rPr sz="1650" b="0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CNNVD / 标准法规</a:t>
            </a:r>
          </a:p>
          <a:p xmlns:a="http://schemas.openxmlformats.org/drawingml/2006/main">
            <a:pPr algn="ctr">
              <a:defRPr sz="1650" b="0">
                <a:solidFill>
                  <a:srgbClr val="233E54"/>
                </a:solidFill>
              </a:defRPr>
            </a:pPr>
            <a:r>
              <a:rPr sz="1650" b="0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CNVD：人工导入</a:t>
            </a:r>
          </a:p>
        </p:txBody>
      </p:sp>
      <p:sp>
        <p:nvSpPr>
          <p:cNvPr id="9" name="boundary">
            <a:extLst xmlns:a="http://schemas.openxmlformats.org/drawingml/2006/main">
              <a:ext uri="{FF2B5EF4-FFF2-40B4-BE49-F238E27FC236}">
                <a16:creationId xmlns:a16="http://schemas.microsoft.com/office/drawing/2014/main" id="{8BEEF5B6-5AF9-49DA-AAD5-9A66BBD1C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1562100"/>
            <a:ext cx="3333750" cy="5153025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E5F0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二级 专业平台">
            <a:extLst xmlns:a="http://schemas.openxmlformats.org/drawingml/2006/main">
              <a:ext uri="{FF2B5EF4-FFF2-40B4-BE49-F238E27FC236}">
                <a16:creationId xmlns:a16="http://schemas.microsoft.com/office/drawing/2014/main" id="{D34AE4DB-54DA-4DB3-BAD2-EC878B648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1771650"/>
            <a:ext cx="2952750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547D4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875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二级 专业平台</a:t>
            </a:r>
          </a:p>
        </p:txBody>
      </p:sp>
      <p:sp>
        <p:nvSpPr>
          <p:cNvPr id="11" name="0.7">
            <a:extLst xmlns:a="http://schemas.openxmlformats.org/drawingml/2006/main">
              <a:ext uri="{FF2B5EF4-FFF2-40B4-BE49-F238E27FC236}">
                <a16:creationId xmlns:a16="http://schemas.microsoft.com/office/drawing/2014/main" id="{70B5488F-8135-4E83-8198-3D40BF098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2466975"/>
            <a:ext cx="2952750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4650" b="1">
                <a:solidFill>
                  <a:srgbClr val="547D45"/>
                </a:solidFill>
              </a:defRPr>
            </a:defPPr>
          </a:lstStyle>
          <a:p xmlns:a="http://schemas.openxmlformats.org/drawingml/2006/main">
            <a:pPr algn="ctr">
              <a:defRPr sz="4650" b="1">
                <a:solidFill>
                  <a:srgbClr val="547D45"/>
                </a:solidFill>
              </a:defRPr>
            </a:pPr>
            <a:r>
              <a:rPr sz="4650" b="1">
                <a:solidFill>
                  <a:srgbClr val="547D45"/>
                </a:solidFill>
                <a:latin typeface="Microsoft YaHei"/>
                <a:ea typeface="Microsoft YaHei"/>
                <a:cs typeface="Microsoft YaHei"/>
              </a:rPr>
              <a:t>0.7</a:t>
            </a:r>
          </a:p>
        </p:txBody>
      </p:sp>
      <p:sp>
        <p:nvSpPr>
          <p:cNvPr id="12" name="可信度权重">
            <a:extLst xmlns:a="http://schemas.openxmlformats.org/drawingml/2006/main">
              <a:ext uri="{FF2B5EF4-FFF2-40B4-BE49-F238E27FC236}">
                <a16:creationId xmlns:a16="http://schemas.microsoft.com/office/drawing/2014/main" id="{433D023A-B22C-45E4-8A13-B4021E383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3390900"/>
            <a:ext cx="2952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500" b="0">
                <a:solidFill>
                  <a:srgbClr val="547D45"/>
                </a:solidFill>
              </a:defRPr>
            </a:defPPr>
          </a:lstStyle>
          <a:p xmlns:a="http://schemas.openxmlformats.org/drawingml/2006/main">
            <a:pPr algn="ctr">
              <a:defRPr sz="1500" b="0">
                <a:solidFill>
                  <a:srgbClr val="547D45"/>
                </a:solidFill>
              </a:defRPr>
            </a:pPr>
            <a:r>
              <a:rPr sz="1500" b="0">
                <a:solidFill>
                  <a:srgbClr val="547D45"/>
                </a:solidFill>
                <a:latin typeface="Microsoft YaHei"/>
                <a:ea typeface="Microsoft YaHei"/>
                <a:cs typeface="Microsoft YaHei"/>
              </a:rPr>
              <a:t>可信度权重</a:t>
            </a:r>
          </a:p>
        </p:txBody>
      </p:sp>
      <p:sp>
        <p:nvSpPr>
          <p:cNvPr id="13" name="huntr / AVID GHSA unreviewed  测绘平台仅供暴露面 不增加来源类别">
            <a:extLst xmlns:a="http://schemas.openxmlformats.org/drawingml/2006/main">
              <a:ext uri="{FF2B5EF4-FFF2-40B4-BE49-F238E27FC236}">
                <a16:creationId xmlns:a16="http://schemas.microsoft.com/office/drawing/2014/main" id="{95A223A5-FA7D-46BC-B923-6AC597849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4019550"/>
            <a:ext cx="3048000" cy="2409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650" b="0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ctr">
              <a:defRPr sz="1650" b="0">
                <a:solidFill>
                  <a:srgbClr val="233E54"/>
                </a:solidFill>
              </a:defRPr>
            </a:pPr>
            <a:r>
              <a:rPr sz="1650" b="0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huntr / AVID</a:t>
            </a:r>
          </a:p>
          <a:p xmlns:a="http://schemas.openxmlformats.org/drawingml/2006/main">
            <a:pPr algn="ctr">
              <a:defRPr sz="1650" b="0">
                <a:solidFill>
                  <a:srgbClr val="233E54"/>
                </a:solidFill>
              </a:defRPr>
            </a:pPr>
            <a:r>
              <a:rPr sz="1650" b="0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GHSA unreviewed</a:t>
            </a:r>
          </a:p>
          <a:p xmlns:a="http://schemas.openxmlformats.org/drawingml/2006/main">
            <a:r>
              <a:rPr sz="1650" b="0">
                <a:latin typeface="Microsoft YaHei"/>
                <a:ea typeface="Microsoft YaHei"/>
                <a:cs typeface="Microsoft YaHei"/>
              </a:rPr>
              <a:t/>
            </a:r>
          </a:p>
          <a:p xmlns:a="http://schemas.openxmlformats.org/drawingml/2006/main">
            <a:pPr algn="ctr">
              <a:defRPr sz="1650" b="0">
                <a:solidFill>
                  <a:srgbClr val="233E54"/>
                </a:solidFill>
              </a:defRPr>
            </a:pPr>
            <a:r>
              <a:rPr sz="1650" b="0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测绘平台仅供暴露面</a:t>
            </a:r>
          </a:p>
          <a:p xmlns:a="http://schemas.openxmlformats.org/drawingml/2006/main">
            <a:pPr algn="ctr">
              <a:defRPr sz="1650" b="0">
                <a:solidFill>
                  <a:srgbClr val="233E54"/>
                </a:solidFill>
              </a:defRPr>
            </a:pPr>
            <a:r>
              <a:rPr sz="1650" b="0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不增加来源类别</a:t>
            </a:r>
          </a:p>
        </p:txBody>
      </p:sp>
      <p:sp>
        <p:nvSpPr>
          <p:cNvPr id="14" name="boundary">
            <a:extLst xmlns:a="http://schemas.openxmlformats.org/drawingml/2006/main">
              <a:ext uri="{FF2B5EF4-FFF2-40B4-BE49-F238E27FC236}">
                <a16:creationId xmlns:a16="http://schemas.microsoft.com/office/drawing/2014/main" id="{D08B7FC4-64B5-4316-9D02-ECD4EBF73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562100"/>
            <a:ext cx="3333750" cy="5153025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1C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三级 研究资讯">
            <a:extLst xmlns:a="http://schemas.openxmlformats.org/drawingml/2006/main">
              <a:ext uri="{FF2B5EF4-FFF2-40B4-BE49-F238E27FC236}">
                <a16:creationId xmlns:a16="http://schemas.microsoft.com/office/drawing/2014/main" id="{38CCB033-6817-45AA-8287-F6EB6C498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771650"/>
            <a:ext cx="2952750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A67A2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875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三级 研究资讯</a:t>
            </a:r>
          </a:p>
        </p:txBody>
      </p:sp>
      <p:sp>
        <p:nvSpPr>
          <p:cNvPr id="16" name="0.4">
            <a:extLst xmlns:a="http://schemas.openxmlformats.org/drawingml/2006/main">
              <a:ext uri="{FF2B5EF4-FFF2-40B4-BE49-F238E27FC236}">
                <a16:creationId xmlns:a16="http://schemas.microsoft.com/office/drawing/2014/main" id="{0549B982-0115-4263-BAB6-34CEA9C5B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466975"/>
            <a:ext cx="2952750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4650" b="1">
                <a:solidFill>
                  <a:srgbClr val="A67A20"/>
                </a:solidFill>
              </a:defRPr>
            </a:defPPr>
          </a:lstStyle>
          <a:p xmlns:a="http://schemas.openxmlformats.org/drawingml/2006/main">
            <a:pPr algn="ctr">
              <a:defRPr sz="4650" b="1">
                <a:solidFill>
                  <a:srgbClr val="A67A20"/>
                </a:solidFill>
              </a:defRPr>
            </a:pPr>
            <a:r>
              <a:rPr sz="4650" b="1">
                <a:solidFill>
                  <a:srgbClr val="A67A20"/>
                </a:solidFill>
                <a:latin typeface="Microsoft YaHei"/>
                <a:ea typeface="Microsoft YaHei"/>
                <a:cs typeface="Microsoft YaHei"/>
              </a:rPr>
              <a:t>0.4</a:t>
            </a:r>
          </a:p>
        </p:txBody>
      </p:sp>
      <p:sp>
        <p:nvSpPr>
          <p:cNvPr id="17" name="可信度权重">
            <a:extLst xmlns:a="http://schemas.openxmlformats.org/drawingml/2006/main">
              <a:ext uri="{FF2B5EF4-FFF2-40B4-BE49-F238E27FC236}">
                <a16:creationId xmlns:a16="http://schemas.microsoft.com/office/drawing/2014/main" id="{8F24D0B5-5F23-426C-B18A-8A17A5792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390900"/>
            <a:ext cx="2952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500" b="0">
                <a:solidFill>
                  <a:srgbClr val="A67A20"/>
                </a:solidFill>
              </a:defRPr>
            </a:defPPr>
          </a:lstStyle>
          <a:p xmlns:a="http://schemas.openxmlformats.org/drawingml/2006/main">
            <a:pPr algn="ctr">
              <a:defRPr sz="1500" b="0">
                <a:solidFill>
                  <a:srgbClr val="A67A20"/>
                </a:solidFill>
              </a:defRPr>
            </a:pPr>
            <a:r>
              <a:rPr sz="1500" b="0">
                <a:solidFill>
                  <a:srgbClr val="A67A20"/>
                </a:solidFill>
                <a:latin typeface="Microsoft YaHei"/>
                <a:ea typeface="Microsoft YaHei"/>
                <a:cs typeface="Microsoft YaHei"/>
              </a:rPr>
              <a:t>可信度权重</a:t>
            </a:r>
          </a:p>
        </p:txBody>
      </p:sp>
      <p:sp>
        <p:nvSpPr>
          <p:cNvPr id="18" name="arXiv 安全博客 RSS  仅三级支撑：unconfirmed 不进入高危告警">
            <a:extLst xmlns:a="http://schemas.openxmlformats.org/drawingml/2006/main">
              <a:ext uri="{FF2B5EF4-FFF2-40B4-BE49-F238E27FC236}">
                <a16:creationId xmlns:a16="http://schemas.microsoft.com/office/drawing/2014/main" id="{7CD930E4-3F04-42BD-B240-9DAFA089F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4019550"/>
            <a:ext cx="3048000" cy="2409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650" b="0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ctr">
              <a:defRPr sz="1650" b="0">
                <a:solidFill>
                  <a:srgbClr val="233E54"/>
                </a:solidFill>
              </a:defRPr>
            </a:pPr>
            <a:r>
              <a:rPr sz="1650" b="0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arXiv</a:t>
            </a:r>
          </a:p>
          <a:p xmlns:a="http://schemas.openxmlformats.org/drawingml/2006/main">
            <a:pPr algn="ctr">
              <a:defRPr sz="1650" b="0">
                <a:solidFill>
                  <a:srgbClr val="233E54"/>
                </a:solidFill>
              </a:defRPr>
            </a:pPr>
            <a:r>
              <a:rPr sz="1650" b="0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安全博客 RSS</a:t>
            </a:r>
          </a:p>
          <a:p xmlns:a="http://schemas.openxmlformats.org/drawingml/2006/main">
            <a:r>
              <a:rPr sz="1650" b="0">
                <a:latin typeface="Microsoft YaHei"/>
                <a:ea typeface="Microsoft YaHei"/>
                <a:cs typeface="Microsoft YaHei"/>
              </a:rPr>
              <a:t/>
            </a:r>
          </a:p>
          <a:p xmlns:a="http://schemas.openxmlformats.org/drawingml/2006/main">
            <a:pPr algn="ctr">
              <a:defRPr sz="1650" b="0">
                <a:solidFill>
                  <a:srgbClr val="233E54"/>
                </a:solidFill>
              </a:defRPr>
            </a:pPr>
            <a:r>
              <a:rPr sz="1650" b="0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仅三级支撑：unconfirmed</a:t>
            </a:r>
          </a:p>
          <a:p xmlns:a="http://schemas.openxmlformats.org/drawingml/2006/main">
            <a:pPr algn="ctr">
              <a:defRPr sz="1650" b="0">
                <a:solidFill>
                  <a:srgbClr val="233E54"/>
                </a:solidFill>
              </a:defRPr>
            </a:pPr>
            <a:r>
              <a:rPr sz="1650" b="0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不进入高危告警</a:t>
            </a:r>
          </a:p>
        </p:txBody>
      </p:sp>
      <p:sp>
        <p:nvSpPr>
          <p:cNvPr id="19" name="平台审核只可下调可信度；CNNVD 主力，CNVD 加分项">
            <a:extLst xmlns:a="http://schemas.openxmlformats.org/drawingml/2006/main">
              <a:ext uri="{FF2B5EF4-FFF2-40B4-BE49-F238E27FC236}">
                <a16:creationId xmlns:a16="http://schemas.microsoft.com/office/drawing/2014/main" id="{9C4658F9-2015-4AFE-A058-DFFF2692A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7353300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350" b="0">
                <a:solidFill>
                  <a:srgbClr val="657D8E"/>
                </a:solidFill>
              </a:defRPr>
            </a:defPPr>
          </a:lstStyle>
          <a:p xmlns:a="http://schemas.openxmlformats.org/drawingml/2006/main">
            <a:pPr algn="ctr">
              <a:defRPr sz="1350" b="0">
                <a:solidFill>
                  <a:srgbClr val="657D8E"/>
                </a:solidFill>
              </a:defRPr>
            </a:pPr>
            <a:r>
              <a:rPr sz="1350" b="0">
                <a:solidFill>
                  <a:srgbClr val="657D8E"/>
                </a:solidFill>
                <a:latin typeface="Microsoft YaHei"/>
                <a:ea typeface="Microsoft YaHei"/>
                <a:cs typeface="Microsoft YaHei"/>
              </a:rPr>
              <a:t>平台审核只可下调可信度；CNNVD 主力，CNVD 加分项</a:t>
            </a:r>
          </a:p>
        </p:txBody>
      </p:sp>
    </p:spTree>
    <p:extLst>
      <p:ext uri="{BB962C8B-B14F-4D97-AF65-F5344CB8AC3E}">
        <p14:creationId xmlns:p14="http://schemas.microsoft.com/office/powerpoint/2010/main" val="91672894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" name="F-10">
            <a:extLst xmlns:a="http://schemas.openxmlformats.org/drawingml/2006/main">
              <a:ext uri="{FF2B5EF4-FFF2-40B4-BE49-F238E27FC236}">
                <a16:creationId xmlns:a16="http://schemas.microsoft.com/office/drawing/2014/main" id="{C470C68F-A715-4C9D-BC7A-CF2001920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9075"/>
            <a:ext cx="95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l">
              <a:defRPr sz="1650" b="1">
                <a:solidFill>
                  <a:srgbClr val="277DC3"/>
                </a:solidFill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277DC3"/>
                </a:solidFill>
              </a:defRPr>
            </a:pPr>
            <a:r>
              <a:rPr sz="1650" b="1">
                <a:solidFill>
                  <a:srgbClr val="277DC3"/>
                </a:solidFill>
                <a:latin typeface="Microsoft YaHei"/>
                <a:ea typeface="Microsoft YaHei"/>
                <a:cs typeface="Microsoft YaHei"/>
              </a:rPr>
              <a:t>F-10</a:t>
            </a:r>
          </a:p>
        </p:txBody>
      </p:sp>
      <p:sp>
        <p:nvSpPr>
          <p:cNvPr id="2" name="各来源采集节奏与目标时延">
            <a:extLst xmlns:a="http://schemas.openxmlformats.org/drawingml/2006/main">
              <a:ext uri="{FF2B5EF4-FFF2-40B4-BE49-F238E27FC236}">
                <a16:creationId xmlns:a16="http://schemas.microsoft.com/office/drawing/2014/main" id="{EC17196F-C40A-48E5-AAF3-B985C289E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152400"/>
            <a:ext cx="9525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l">
              <a:defRPr sz="2400" b="1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233E54"/>
                </a:solidFill>
              </a:defRPr>
            </a:pPr>
            <a:r>
              <a:rPr sz="2400" b="1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各来源采集节奏与目标时延</a:t>
            </a:r>
          </a:p>
        </p:txBody>
      </p:sp>
      <p:sp>
        <p:nvSpPr>
          <p:cNvPr id="3" name="boundary">
            <a:extLst xmlns:a="http://schemas.openxmlformats.org/drawingml/2006/main">
              <a:ext uri="{FF2B5EF4-FFF2-40B4-BE49-F238E27FC236}">
                <a16:creationId xmlns:a16="http://schemas.microsoft.com/office/drawing/2014/main" id="{F5929F70-27D7-4603-A933-33B4FC0E8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28675"/>
            <a:ext cx="10515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C4D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轮询频率">
            <a:extLst xmlns:a="http://schemas.openxmlformats.org/drawingml/2006/main">
              <a:ext uri="{FF2B5EF4-FFF2-40B4-BE49-F238E27FC236}">
                <a16:creationId xmlns:a16="http://schemas.microsoft.com/office/drawing/2014/main" id="{B43692D5-FA2F-4D8F-A1B1-603E4E4AE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152525"/>
            <a:ext cx="180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l">
              <a:defRPr sz="1875" b="1">
                <a:solidFill>
                  <a:srgbClr val="277DC3"/>
                </a:solidFill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277DC3"/>
                </a:solidFill>
              </a:defRPr>
            </a:pPr>
            <a:r>
              <a:rPr sz="1875" b="1">
                <a:solidFill>
                  <a:srgbClr val="277DC3"/>
                </a:solidFill>
                <a:latin typeface="Microsoft YaHei"/>
                <a:ea typeface="Microsoft YaHei"/>
                <a:cs typeface="Microsoft YaHei"/>
              </a:rPr>
              <a:t>轮询频率</a:t>
            </a:r>
          </a:p>
        </p:txBody>
      </p:sp>
      <p:sp>
        <p:nvSpPr>
          <p:cNvPr id="5" name="来源与触发方式">
            <a:extLst xmlns:a="http://schemas.openxmlformats.org/drawingml/2006/main">
              <a:ext uri="{FF2B5EF4-FFF2-40B4-BE49-F238E27FC236}">
                <a16:creationId xmlns:a16="http://schemas.microsoft.com/office/drawing/2014/main" id="{62F2D8EA-11D8-4984-8F5E-F93697EEF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1152525"/>
            <a:ext cx="428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l">
              <a:defRPr sz="1875" b="1">
                <a:solidFill>
                  <a:srgbClr val="277DC3"/>
                </a:solidFill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277DC3"/>
                </a:solidFill>
              </a:defRPr>
            </a:pPr>
            <a:r>
              <a:rPr sz="1875" b="1">
                <a:solidFill>
                  <a:srgbClr val="277DC3"/>
                </a:solidFill>
                <a:latin typeface="Microsoft YaHei"/>
                <a:ea typeface="Microsoft YaHei"/>
                <a:cs typeface="Microsoft YaHei"/>
              </a:rPr>
              <a:t>来源与触发方式</a:t>
            </a:r>
          </a:p>
        </p:txBody>
      </p:sp>
      <p:sp>
        <p:nvSpPr>
          <p:cNvPr id="6" name="发现时延目标（待测）">
            <a:extLst xmlns:a="http://schemas.openxmlformats.org/drawingml/2006/main">
              <a:ext uri="{FF2B5EF4-FFF2-40B4-BE49-F238E27FC236}">
                <a16:creationId xmlns:a16="http://schemas.microsoft.com/office/drawing/2014/main" id="{8C11F652-34BD-4BFE-B5E1-CB9E20FBB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6675" y="1152525"/>
            <a:ext cx="333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l">
              <a:defRPr sz="1875" b="1">
                <a:solidFill>
                  <a:srgbClr val="A67A20"/>
                </a:solidFill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A67A20"/>
                </a:solidFill>
              </a:defRPr>
            </a:pPr>
            <a:r>
              <a:rPr sz="1875" b="1">
                <a:solidFill>
                  <a:srgbClr val="A67A20"/>
                </a:solidFill>
                <a:latin typeface="Microsoft YaHei"/>
                <a:ea typeface="Microsoft YaHei"/>
                <a:cs typeface="Microsoft YaHei"/>
              </a:rPr>
              <a:t>发现时延目标（待测）</a:t>
            </a:r>
          </a:p>
        </p:txBody>
      </p:sp>
      <p:sp>
        <p:nvSpPr>
          <p:cNvPr id="7" name="boundary">
            <a:extLst xmlns:a="http://schemas.openxmlformats.org/drawingml/2006/main">
              <a:ext uri="{FF2B5EF4-FFF2-40B4-BE49-F238E27FC236}">
                <a16:creationId xmlns:a16="http://schemas.microsoft.com/office/drawing/2014/main" id="{3DE9D094-3F13-4C74-BB05-0AB07652D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752600"/>
            <a:ext cx="10477500" cy="561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事件">
            <a:extLst xmlns:a="http://schemas.openxmlformats.org/drawingml/2006/main">
              <a:ext uri="{FF2B5EF4-FFF2-40B4-BE49-F238E27FC236}">
                <a16:creationId xmlns:a16="http://schemas.microsoft.com/office/drawing/2014/main" id="{3C1E64AD-EF41-446E-9BE4-C7E6EAFA1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790700"/>
            <a:ext cx="1714500" cy="485775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277DC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725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ctr"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事件</a:t>
            </a:r>
          </a:p>
        </p:txBody>
      </p:sp>
      <p:sp>
        <p:nvSpPr>
          <p:cNvPr id="9" name="自有仓库 / DEMO">
            <a:extLst xmlns:a="http://schemas.openxmlformats.org/drawingml/2006/main">
              <a:ext uri="{FF2B5EF4-FFF2-40B4-BE49-F238E27FC236}">
                <a16:creationId xmlns:a16="http://schemas.microsoft.com/office/drawing/2014/main" id="{423D9A35-73DB-4BEA-9E38-7B260B694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1800225"/>
            <a:ext cx="471487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l">
              <a:defRPr sz="1725" b="0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233E54"/>
                </a:solidFill>
              </a:defRPr>
            </a:pPr>
            <a:r>
              <a:rPr sz="1725" b="0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自有仓库 / DEMO</a:t>
            </a:r>
          </a:p>
        </p:txBody>
      </p:sp>
      <p:sp>
        <p:nvSpPr>
          <p:cNvPr id="10" name="≤1 min">
            <a:extLst xmlns:a="http://schemas.openxmlformats.org/drawingml/2006/main">
              <a:ext uri="{FF2B5EF4-FFF2-40B4-BE49-F238E27FC236}">
                <a16:creationId xmlns:a16="http://schemas.microsoft.com/office/drawing/2014/main" id="{9B772190-F68A-4A87-8C13-C84DA61FF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1800225"/>
            <a:ext cx="31432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l">
              <a:defRPr sz="1800" b="1">
                <a:solidFill>
                  <a:srgbClr val="A67A20"/>
                </a:solidFill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A67A20"/>
                </a:solidFill>
              </a:defRPr>
            </a:pPr>
            <a:r>
              <a:rPr sz="1800" b="1">
                <a:solidFill>
                  <a:srgbClr val="A67A20"/>
                </a:solidFill>
                <a:latin typeface="Microsoft YaHei"/>
                <a:ea typeface="Microsoft YaHei"/>
                <a:cs typeface="Microsoft YaHei"/>
              </a:rPr>
              <a:t>≤1 min</a:t>
            </a:r>
          </a:p>
        </p:txBody>
      </p:sp>
      <p:sp>
        <p:nvSpPr>
          <p:cNvPr id="11" name="boundary">
            <a:extLst xmlns:a="http://schemas.openxmlformats.org/drawingml/2006/main">
              <a:ext uri="{FF2B5EF4-FFF2-40B4-BE49-F238E27FC236}">
                <a16:creationId xmlns:a16="http://schemas.microsoft.com/office/drawing/2014/main" id="{30084BA2-4A24-477B-ABBA-1016F4D55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400300"/>
            <a:ext cx="10477500" cy="561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5 min">
            <a:extLst xmlns:a="http://schemas.openxmlformats.org/drawingml/2006/main">
              <a:ext uri="{FF2B5EF4-FFF2-40B4-BE49-F238E27FC236}">
                <a16:creationId xmlns:a16="http://schemas.microsoft.com/office/drawing/2014/main" id="{68C263F1-8DBD-466B-ADE1-9071483E4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438400"/>
            <a:ext cx="1714500" cy="485775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277DC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725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ctr"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5 min</a:t>
            </a:r>
          </a:p>
        </p:txBody>
      </p:sp>
      <p:sp>
        <p:nvSpPr>
          <p:cNvPr id="13" name="P0 厂商公告">
            <a:extLst xmlns:a="http://schemas.openxmlformats.org/drawingml/2006/main">
              <a:ext uri="{FF2B5EF4-FFF2-40B4-BE49-F238E27FC236}">
                <a16:creationId xmlns:a16="http://schemas.microsoft.com/office/drawing/2014/main" id="{F64DC23C-7812-4F7D-B8E3-C8F4D9468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447925"/>
            <a:ext cx="471487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l">
              <a:defRPr sz="1725" b="0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233E54"/>
                </a:solidFill>
              </a:defRPr>
            </a:pPr>
            <a:r>
              <a:rPr sz="1725" b="0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P0 厂商公告</a:t>
            </a:r>
          </a:p>
        </p:txBody>
      </p:sp>
      <p:sp>
        <p:nvSpPr>
          <p:cNvPr id="14" name="≤10 min">
            <a:extLst xmlns:a="http://schemas.openxmlformats.org/drawingml/2006/main">
              <a:ext uri="{FF2B5EF4-FFF2-40B4-BE49-F238E27FC236}">
                <a16:creationId xmlns:a16="http://schemas.microsoft.com/office/drawing/2014/main" id="{694812E3-C155-43D1-97D2-838F73CD6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447925"/>
            <a:ext cx="31432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l">
              <a:defRPr sz="1800" b="1">
                <a:solidFill>
                  <a:srgbClr val="A67A20"/>
                </a:solidFill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A67A20"/>
                </a:solidFill>
              </a:defRPr>
            </a:pPr>
            <a:r>
              <a:rPr sz="1800" b="1">
                <a:solidFill>
                  <a:srgbClr val="A67A20"/>
                </a:solidFill>
                <a:latin typeface="Microsoft YaHei"/>
                <a:ea typeface="Microsoft YaHei"/>
                <a:cs typeface="Microsoft YaHei"/>
              </a:rPr>
              <a:t>≤10 min</a:t>
            </a:r>
          </a:p>
        </p:txBody>
      </p:sp>
      <p:sp>
        <p:nvSpPr>
          <p:cNvPr id="15" name="boundary">
            <a:extLst xmlns:a="http://schemas.openxmlformats.org/drawingml/2006/main">
              <a:ext uri="{FF2B5EF4-FFF2-40B4-BE49-F238E27FC236}">
                <a16:creationId xmlns:a16="http://schemas.microsoft.com/office/drawing/2014/main" id="{F63B2BF2-9CE5-4972-AB6D-3D921B5FD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048000"/>
            <a:ext cx="10477500" cy="561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10 min">
            <a:extLst xmlns:a="http://schemas.openxmlformats.org/drawingml/2006/main">
              <a:ext uri="{FF2B5EF4-FFF2-40B4-BE49-F238E27FC236}">
                <a16:creationId xmlns:a16="http://schemas.microsoft.com/office/drawing/2014/main" id="{3A4F1848-F7DA-4B00-A492-68BA731C3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086100"/>
            <a:ext cx="1714500" cy="485775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277DC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725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ctr"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10 min</a:t>
            </a:r>
          </a:p>
        </p:txBody>
      </p:sp>
      <p:sp>
        <p:nvSpPr>
          <p:cNvPr id="17" name="GHSA / NVD / RSS">
            <a:extLst xmlns:a="http://schemas.openxmlformats.org/drawingml/2006/main">
              <a:ext uri="{FF2B5EF4-FFF2-40B4-BE49-F238E27FC236}">
                <a16:creationId xmlns:a16="http://schemas.microsoft.com/office/drawing/2014/main" id="{1D7B2F62-4A40-450E-9228-511EA8387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095625"/>
            <a:ext cx="471487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l">
              <a:defRPr sz="1725" b="0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233E54"/>
                </a:solidFill>
              </a:defRPr>
            </a:pPr>
            <a:r>
              <a:rPr sz="1725" b="0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GHSA / NVD / RSS</a:t>
            </a:r>
          </a:p>
        </p:txBody>
      </p:sp>
      <p:sp>
        <p:nvSpPr>
          <p:cNvPr id="18" name="≤15 / 30 / 30 min">
            <a:extLst xmlns:a="http://schemas.openxmlformats.org/drawingml/2006/main">
              <a:ext uri="{FF2B5EF4-FFF2-40B4-BE49-F238E27FC236}">
                <a16:creationId xmlns:a16="http://schemas.microsoft.com/office/drawing/2014/main" id="{039AEC65-C9FB-4DCA-8850-1C9D25F2C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095625"/>
            <a:ext cx="31432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l">
              <a:defRPr sz="1800" b="1">
                <a:solidFill>
                  <a:srgbClr val="A67A20"/>
                </a:solidFill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A67A20"/>
                </a:solidFill>
              </a:defRPr>
            </a:pPr>
            <a:r>
              <a:rPr sz="1800" b="1">
                <a:solidFill>
                  <a:srgbClr val="A67A20"/>
                </a:solidFill>
                <a:latin typeface="Microsoft YaHei"/>
                <a:ea typeface="Microsoft YaHei"/>
                <a:cs typeface="Microsoft YaHei"/>
              </a:rPr>
              <a:t>≤15 / 30 / 30 min</a:t>
            </a:r>
          </a:p>
        </p:txBody>
      </p:sp>
      <p:sp>
        <p:nvSpPr>
          <p:cNvPr id="19" name="boundary">
            <a:extLst xmlns:a="http://schemas.openxmlformats.org/drawingml/2006/main">
              <a:ext uri="{FF2B5EF4-FFF2-40B4-BE49-F238E27FC236}">
                <a16:creationId xmlns:a16="http://schemas.microsoft.com/office/drawing/2014/main" id="{FF66A195-B8F8-4F6B-8DA7-1D30CFD14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695700"/>
            <a:ext cx="10477500" cy="561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15 min">
            <a:extLst xmlns:a="http://schemas.openxmlformats.org/drawingml/2006/main">
              <a:ext uri="{FF2B5EF4-FFF2-40B4-BE49-F238E27FC236}">
                <a16:creationId xmlns:a16="http://schemas.microsoft.com/office/drawing/2014/main" id="{3316CA86-3067-4902-9941-B6064956A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733800"/>
            <a:ext cx="1714500" cy="485775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277DC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725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ctr"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15 min</a:t>
            </a:r>
          </a:p>
        </p:txBody>
      </p:sp>
      <p:sp>
        <p:nvSpPr>
          <p:cNvPr id="21" name="OSV">
            <a:extLst xmlns:a="http://schemas.openxmlformats.org/drawingml/2006/main">
              <a:ext uri="{FF2B5EF4-FFF2-40B4-BE49-F238E27FC236}">
                <a16:creationId xmlns:a16="http://schemas.microsoft.com/office/drawing/2014/main" id="{9E9B84C6-6417-4C63-87A7-EF6A2FA8B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743325"/>
            <a:ext cx="471487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l">
              <a:defRPr sz="1725" b="0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233E54"/>
                </a:solidFill>
              </a:defRPr>
            </a:pPr>
            <a:r>
              <a:rPr sz="1725" b="0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OSV</a:t>
            </a:r>
          </a:p>
        </p:txBody>
      </p:sp>
      <p:sp>
        <p:nvSpPr>
          <p:cNvPr id="22" name="≤30 min">
            <a:extLst xmlns:a="http://schemas.openxmlformats.org/drawingml/2006/main">
              <a:ext uri="{FF2B5EF4-FFF2-40B4-BE49-F238E27FC236}">
                <a16:creationId xmlns:a16="http://schemas.microsoft.com/office/drawing/2014/main" id="{713DE2D8-2DC2-40E3-B204-9D7316ECB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743325"/>
            <a:ext cx="31432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l">
              <a:defRPr sz="1800" b="1">
                <a:solidFill>
                  <a:srgbClr val="A67A20"/>
                </a:solidFill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A67A20"/>
                </a:solidFill>
              </a:defRPr>
            </a:pPr>
            <a:r>
              <a:rPr sz="1800" b="1">
                <a:solidFill>
                  <a:srgbClr val="A67A20"/>
                </a:solidFill>
                <a:latin typeface="Microsoft YaHei"/>
                <a:ea typeface="Microsoft YaHei"/>
                <a:cs typeface="Microsoft YaHei"/>
              </a:rPr>
              <a:t>≤30 min</a:t>
            </a:r>
          </a:p>
        </p:txBody>
      </p:sp>
      <p:sp>
        <p:nvSpPr>
          <p:cNvPr id="23" name="boundary">
            <a:extLst xmlns:a="http://schemas.openxmlformats.org/drawingml/2006/main">
              <a:ext uri="{FF2B5EF4-FFF2-40B4-BE49-F238E27FC236}">
                <a16:creationId xmlns:a16="http://schemas.microsoft.com/office/drawing/2014/main" id="{C5D5E56A-FDD4-46D6-87CC-D1C915D6A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343400"/>
            <a:ext cx="10477500" cy="561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1 h">
            <a:extLst xmlns:a="http://schemas.openxmlformats.org/drawingml/2006/main">
              <a:ext uri="{FF2B5EF4-FFF2-40B4-BE49-F238E27FC236}">
                <a16:creationId xmlns:a16="http://schemas.microsoft.com/office/drawing/2014/main" id="{C8885257-43F4-4594-9903-FCB4FD6AF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381500"/>
            <a:ext cx="1714500" cy="485775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EAF4F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725" b="1">
                <a:solidFill>
                  <a:srgbClr val="245D8F"/>
                </a:solidFill>
              </a:defRPr>
            </a:defPPr>
          </a:lstStyle>
          <a:p xmlns:a="http://schemas.openxmlformats.org/drawingml/2006/main">
            <a:pPr algn="ctr">
              <a:defRPr sz="1725" b="1">
                <a:solidFill>
                  <a:srgbClr val="245D8F"/>
                </a:solidFill>
              </a:defRPr>
            </a:pPr>
            <a:r>
              <a:rPr sz="1725" b="1">
                <a:solidFill>
                  <a:srgbClr val="245D8F"/>
                </a:solidFill>
                <a:latin typeface="Microsoft YaHei"/>
                <a:ea typeface="Microsoft YaHei"/>
                <a:cs typeface="Microsoft YaHei"/>
              </a:rPr>
              <a:t>1 h</a:t>
            </a:r>
          </a:p>
        </p:txBody>
      </p:sp>
      <p:sp>
        <p:nvSpPr>
          <p:cNvPr id="25" name="huntr / KEV">
            <a:extLst xmlns:a="http://schemas.openxmlformats.org/drawingml/2006/main">
              <a:ext uri="{FF2B5EF4-FFF2-40B4-BE49-F238E27FC236}">
                <a16:creationId xmlns:a16="http://schemas.microsoft.com/office/drawing/2014/main" id="{20F34F48-47E6-4558-91F3-A0FC6378A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391025"/>
            <a:ext cx="471487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l">
              <a:defRPr sz="1725" b="0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233E54"/>
                </a:solidFill>
              </a:defRPr>
            </a:pPr>
            <a:r>
              <a:rPr sz="1725" b="0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huntr / KEV</a:t>
            </a:r>
          </a:p>
        </p:txBody>
      </p:sp>
      <p:sp>
        <p:nvSpPr>
          <p:cNvPr id="26" name="≤2 h">
            <a:extLst xmlns:a="http://schemas.openxmlformats.org/drawingml/2006/main">
              <a:ext uri="{FF2B5EF4-FFF2-40B4-BE49-F238E27FC236}">
                <a16:creationId xmlns:a16="http://schemas.microsoft.com/office/drawing/2014/main" id="{AE6F4087-C296-4475-A0EB-1F2879A08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4391025"/>
            <a:ext cx="31432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l">
              <a:defRPr sz="1800" b="1">
                <a:solidFill>
                  <a:srgbClr val="A67A20"/>
                </a:solidFill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A67A20"/>
                </a:solidFill>
              </a:defRPr>
            </a:pPr>
            <a:r>
              <a:rPr sz="1800" b="1">
                <a:solidFill>
                  <a:srgbClr val="A67A20"/>
                </a:solidFill>
                <a:latin typeface="Microsoft YaHei"/>
                <a:ea typeface="Microsoft YaHei"/>
                <a:cs typeface="Microsoft YaHei"/>
              </a:rPr>
              <a:t>≤2 h</a:t>
            </a:r>
          </a:p>
        </p:txBody>
      </p:sp>
      <p:sp>
        <p:nvSpPr>
          <p:cNvPr id="27" name="boundary">
            <a:extLst xmlns:a="http://schemas.openxmlformats.org/drawingml/2006/main">
              <a:ext uri="{FF2B5EF4-FFF2-40B4-BE49-F238E27FC236}">
                <a16:creationId xmlns:a16="http://schemas.microsoft.com/office/drawing/2014/main" id="{C1BD7311-89EA-46F9-A02A-3C4042115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991100"/>
            <a:ext cx="10477500" cy="561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6 h">
            <a:extLst xmlns:a="http://schemas.openxmlformats.org/drawingml/2006/main">
              <a:ext uri="{FF2B5EF4-FFF2-40B4-BE49-F238E27FC236}">
                <a16:creationId xmlns:a16="http://schemas.microsoft.com/office/drawing/2014/main" id="{0985100E-BE86-40D0-8F77-8362A0B10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029200"/>
            <a:ext cx="1714500" cy="485775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EAF4F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725" b="1">
                <a:solidFill>
                  <a:srgbClr val="245D8F"/>
                </a:solidFill>
              </a:defRPr>
            </a:defPPr>
          </a:lstStyle>
          <a:p xmlns:a="http://schemas.openxmlformats.org/drawingml/2006/main">
            <a:pPr algn="ctr">
              <a:defRPr sz="1725" b="1">
                <a:solidFill>
                  <a:srgbClr val="245D8F"/>
                </a:solidFill>
              </a:defRPr>
            </a:pPr>
            <a:r>
              <a:rPr sz="1725" b="1">
                <a:solidFill>
                  <a:srgbClr val="245D8F"/>
                </a:solidFill>
                <a:latin typeface="Microsoft YaHei"/>
                <a:ea typeface="Microsoft YaHei"/>
                <a:cs typeface="Microsoft YaHei"/>
              </a:rPr>
              <a:t>6 h</a:t>
            </a:r>
          </a:p>
        </p:txBody>
      </p:sp>
      <p:sp>
        <p:nvSpPr>
          <p:cNvPr id="29" name="AVID">
            <a:extLst xmlns:a="http://schemas.openxmlformats.org/drawingml/2006/main">
              <a:ext uri="{FF2B5EF4-FFF2-40B4-BE49-F238E27FC236}">
                <a16:creationId xmlns:a16="http://schemas.microsoft.com/office/drawing/2014/main" id="{A85FAFC6-7A8F-4F1F-80F4-A03896A90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5038725"/>
            <a:ext cx="471487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l">
              <a:defRPr sz="1725" b="0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233E54"/>
                </a:solidFill>
              </a:defRPr>
            </a:pPr>
            <a:r>
              <a:rPr sz="1725" b="0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AVID</a:t>
            </a:r>
          </a:p>
        </p:txBody>
      </p:sp>
      <p:sp>
        <p:nvSpPr>
          <p:cNvPr id="30" name="≤6 h">
            <a:extLst xmlns:a="http://schemas.openxmlformats.org/drawingml/2006/main">
              <a:ext uri="{FF2B5EF4-FFF2-40B4-BE49-F238E27FC236}">
                <a16:creationId xmlns:a16="http://schemas.microsoft.com/office/drawing/2014/main" id="{08B367A7-D463-4422-8F0A-36C9ACC6A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5038725"/>
            <a:ext cx="31432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l">
              <a:defRPr sz="1800" b="1">
                <a:solidFill>
                  <a:srgbClr val="A67A20"/>
                </a:solidFill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A67A20"/>
                </a:solidFill>
              </a:defRPr>
            </a:pPr>
            <a:r>
              <a:rPr sz="1800" b="1">
                <a:solidFill>
                  <a:srgbClr val="A67A20"/>
                </a:solidFill>
                <a:latin typeface="Microsoft YaHei"/>
                <a:ea typeface="Microsoft YaHei"/>
                <a:cs typeface="Microsoft YaHei"/>
              </a:rPr>
              <a:t>≤6 h</a:t>
            </a:r>
          </a:p>
        </p:txBody>
      </p:sp>
      <p:sp>
        <p:nvSpPr>
          <p:cNvPr id="31" name="boundary">
            <a:extLst xmlns:a="http://schemas.openxmlformats.org/drawingml/2006/main">
              <a:ext uri="{FF2B5EF4-FFF2-40B4-BE49-F238E27FC236}">
                <a16:creationId xmlns:a16="http://schemas.microsoft.com/office/drawing/2014/main" id="{78915C67-D9D3-48E3-B0B2-6A841FB9A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638800"/>
            <a:ext cx="10477500" cy="561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1 d">
            <a:extLst xmlns:a="http://schemas.openxmlformats.org/drawingml/2006/main">
              <a:ext uri="{FF2B5EF4-FFF2-40B4-BE49-F238E27FC236}">
                <a16:creationId xmlns:a16="http://schemas.microsoft.com/office/drawing/2014/main" id="{22396411-B68A-4316-88E9-FC0576A9A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676900"/>
            <a:ext cx="1714500" cy="485775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EAF4F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725" b="1">
                <a:solidFill>
                  <a:srgbClr val="245D8F"/>
                </a:solidFill>
              </a:defRPr>
            </a:defPPr>
          </a:lstStyle>
          <a:p xmlns:a="http://schemas.openxmlformats.org/drawingml/2006/main">
            <a:pPr algn="ctr">
              <a:defRPr sz="1725" b="1">
                <a:solidFill>
                  <a:srgbClr val="245D8F"/>
                </a:solidFill>
              </a:defRPr>
            </a:pPr>
            <a:r>
              <a:rPr sz="1725" b="1">
                <a:solidFill>
                  <a:srgbClr val="245D8F"/>
                </a:solidFill>
                <a:latin typeface="Microsoft YaHei"/>
                <a:ea typeface="Microsoft YaHei"/>
                <a:cs typeface="Microsoft YaHei"/>
              </a:rPr>
              <a:t>1 d</a:t>
            </a:r>
          </a:p>
        </p:txBody>
      </p:sp>
      <p:sp>
        <p:nvSpPr>
          <p:cNvPr id="33" name="EPSS / arXiv / CNNVD">
            <a:extLst xmlns:a="http://schemas.openxmlformats.org/drawingml/2006/main">
              <a:ext uri="{FF2B5EF4-FFF2-40B4-BE49-F238E27FC236}">
                <a16:creationId xmlns:a16="http://schemas.microsoft.com/office/drawing/2014/main" id="{2AF9AE12-859D-420D-9017-887D91E1D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5686425"/>
            <a:ext cx="471487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l">
              <a:defRPr sz="1725" b="0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233E54"/>
                </a:solidFill>
              </a:defRPr>
            </a:pPr>
            <a:r>
              <a:rPr sz="1725" b="0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EPSS / arXiv / CNNVD</a:t>
            </a:r>
          </a:p>
        </p:txBody>
      </p:sp>
      <p:sp>
        <p:nvSpPr>
          <p:cNvPr id="34" name="≤24 h">
            <a:extLst xmlns:a="http://schemas.openxmlformats.org/drawingml/2006/main">
              <a:ext uri="{FF2B5EF4-FFF2-40B4-BE49-F238E27FC236}">
                <a16:creationId xmlns:a16="http://schemas.microsoft.com/office/drawing/2014/main" id="{4232CE77-AA44-4B20-A2FC-F33EEAB28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5686425"/>
            <a:ext cx="31432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l">
              <a:defRPr sz="1800" b="1">
                <a:solidFill>
                  <a:srgbClr val="A67A20"/>
                </a:solidFill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A67A20"/>
                </a:solidFill>
              </a:defRPr>
            </a:pPr>
            <a:r>
              <a:rPr sz="1800" b="1">
                <a:solidFill>
                  <a:srgbClr val="A67A20"/>
                </a:solidFill>
                <a:latin typeface="Microsoft YaHei"/>
                <a:ea typeface="Microsoft YaHei"/>
                <a:cs typeface="Microsoft YaHei"/>
              </a:rPr>
              <a:t>≤24 h</a:t>
            </a:r>
          </a:p>
        </p:txBody>
      </p:sp>
      <p:sp>
        <p:nvSpPr>
          <p:cNvPr id="35" name="boundary">
            <a:extLst xmlns:a="http://schemas.openxmlformats.org/drawingml/2006/main">
              <a:ext uri="{FF2B5EF4-FFF2-40B4-BE49-F238E27FC236}">
                <a16:creationId xmlns:a16="http://schemas.microsoft.com/office/drawing/2014/main" id="{87D4EB0F-A7A0-42B5-A0EB-0A8F0BEEF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286500"/>
            <a:ext cx="10477500" cy="561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1 周">
            <a:extLst xmlns:a="http://schemas.openxmlformats.org/drawingml/2006/main">
              <a:ext uri="{FF2B5EF4-FFF2-40B4-BE49-F238E27FC236}">
                <a16:creationId xmlns:a16="http://schemas.microsoft.com/office/drawing/2014/main" id="{796BD704-7DC2-4121-A65C-E8C7E80F9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324600"/>
            <a:ext cx="1714500" cy="485775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EAF4F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725" b="1">
                <a:solidFill>
                  <a:srgbClr val="245D8F"/>
                </a:solidFill>
              </a:defRPr>
            </a:defPPr>
          </a:lstStyle>
          <a:p xmlns:a="http://schemas.openxmlformats.org/drawingml/2006/main">
            <a:pPr algn="ctr">
              <a:defRPr sz="1725" b="1">
                <a:solidFill>
                  <a:srgbClr val="245D8F"/>
                </a:solidFill>
              </a:defRPr>
            </a:pPr>
            <a:r>
              <a:rPr sz="1725" b="1">
                <a:solidFill>
                  <a:srgbClr val="245D8F"/>
                </a:solidFill>
                <a:latin typeface="Microsoft YaHei"/>
                <a:ea typeface="Microsoft YaHei"/>
                <a:cs typeface="Microsoft YaHei"/>
              </a:rPr>
              <a:t>1 周</a:t>
            </a:r>
          </a:p>
        </p:txBody>
      </p:sp>
      <p:sp>
        <p:nvSpPr>
          <p:cNvPr id="37" name="标准法规 / CNVD">
            <a:extLst xmlns:a="http://schemas.openxmlformats.org/drawingml/2006/main">
              <a:ext uri="{FF2B5EF4-FFF2-40B4-BE49-F238E27FC236}">
                <a16:creationId xmlns:a16="http://schemas.microsoft.com/office/drawing/2014/main" id="{CFD7B06A-7580-429C-A955-D0E51D760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6334125"/>
            <a:ext cx="471487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l">
              <a:defRPr sz="1725" b="0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233E54"/>
                </a:solidFill>
              </a:defRPr>
            </a:pPr>
            <a:r>
              <a:rPr sz="1725" b="0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标准法规 / CNVD</a:t>
            </a:r>
          </a:p>
        </p:txBody>
      </p:sp>
      <p:sp>
        <p:nvSpPr>
          <p:cNvPr id="38" name="版本监测 / 人工">
            <a:extLst xmlns:a="http://schemas.openxmlformats.org/drawingml/2006/main">
              <a:ext uri="{FF2B5EF4-FFF2-40B4-BE49-F238E27FC236}">
                <a16:creationId xmlns:a16="http://schemas.microsoft.com/office/drawing/2014/main" id="{349CD763-D19A-44C1-9FC7-F9F64591C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6334125"/>
            <a:ext cx="31432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l">
              <a:defRPr sz="1800" b="1">
                <a:solidFill>
                  <a:srgbClr val="657D8E"/>
                </a:solidFill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657D8E"/>
                </a:solidFill>
              </a:defRPr>
            </a:pPr>
            <a:r>
              <a:rPr sz="1800" b="1">
                <a:solidFill>
                  <a:srgbClr val="657D8E"/>
                </a:solidFill>
                <a:latin typeface="Microsoft YaHei"/>
                <a:ea typeface="Microsoft YaHei"/>
                <a:cs typeface="Microsoft YaHei"/>
              </a:rPr>
              <a:t>版本监测 / 人工</a:t>
            </a:r>
          </a:p>
        </p:txBody>
      </p:sp>
      <p:sp>
        <p:nvSpPr>
          <p:cNvPr id="39" name="6 h 口径：NVD、GHSA、OSV、厂商公告、huntr 首次发现；其余单列">
            <a:extLst xmlns:a="http://schemas.openxmlformats.org/drawingml/2006/main">
              <a:ext uri="{FF2B5EF4-FFF2-40B4-BE49-F238E27FC236}">
                <a16:creationId xmlns:a16="http://schemas.microsoft.com/office/drawing/2014/main" id="{CFC1639E-0F5C-4E7F-AAB9-D063ABAFC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7353300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350" b="0">
                <a:solidFill>
                  <a:srgbClr val="657D8E"/>
                </a:solidFill>
              </a:defRPr>
            </a:defPPr>
          </a:lstStyle>
          <a:p xmlns:a="http://schemas.openxmlformats.org/drawingml/2006/main">
            <a:pPr algn="ctr">
              <a:defRPr sz="1350" b="0">
                <a:solidFill>
                  <a:srgbClr val="657D8E"/>
                </a:solidFill>
              </a:defRPr>
            </a:pPr>
            <a:r>
              <a:rPr sz="1350" b="0">
                <a:solidFill>
                  <a:srgbClr val="657D8E"/>
                </a:solidFill>
                <a:latin typeface="Microsoft YaHei"/>
                <a:ea typeface="Microsoft YaHei"/>
                <a:cs typeface="Microsoft YaHei"/>
              </a:rPr>
              <a:t>6 h 口径：NVD、GHSA、OSV、厂商公告、huntr 首次发现；其余单列</a:t>
            </a:r>
          </a:p>
        </p:txBody>
      </p:sp>
    </p:spTree>
    <p:extLst>
      <p:ext uri="{BB962C8B-B14F-4D97-AF65-F5344CB8AC3E}">
        <p14:creationId xmlns:p14="http://schemas.microsoft.com/office/powerpoint/2010/main" val="170453304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1F182F0-6B8E-4088-A8CA-6E86F55A83C4}"/>
              </a:ext>
            </a:extLst>
          </p:cNvPr>
          <p:cNvCxnSpPr>
            <a:stCxn xmlns:a="http://schemas.openxmlformats.org/drawingml/2006/main" id="27" idx="3"/>
            <a:endCxn xmlns:a="http://schemas.openxmlformats.org/drawingml/2006/main" id="28" idx="1"/>
          </p:cNvCxnSpPr>
          <p:nvPr/>
        </p:nvCxnSpPr>
        <p:spPr>
          <a:xfrm xmlns:a="http://schemas.openxmlformats.org/drawingml/2006/main" flipH="1">
            <a:off x="8572500" y="6039327"/>
            <a:ext cx="953" cy="24765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547D45"/>
            </a:solidFill>
            <a:prstDash val="solid"/>
            <a:tailEnd type="triangle" w="sm" len="sm"/>
          </a:ln>
        </p:spPr>
      </p:cxnSp>
      <p:cxnSp>
        <p:nvCxn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91C47D8-DDB0-411F-B884-E085E1D202E7}"/>
              </a:ext>
            </a:extLst>
          </p:cNvPr>
          <p:cNvCxnSpPr>
            <a:stCxn xmlns:a="http://schemas.openxmlformats.org/drawingml/2006/main" id="24" idx="3"/>
            <a:endCxn xmlns:a="http://schemas.openxmlformats.org/drawingml/2006/main" id="25" idx="1"/>
          </p:cNvCxnSpPr>
          <p:nvPr/>
        </p:nvCxnSpPr>
        <p:spPr>
          <a:xfrm xmlns:a="http://schemas.openxmlformats.org/drawingml/2006/main">
            <a:off x="5715953" y="6039327"/>
            <a:ext cx="2856547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547D45"/>
            </a:solidFill>
            <a:prstDash val="solid"/>
          </a:ln>
        </p:spPr>
      </p:cxnSp>
      <p:cxnSp>
        <p:nvCxn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9269556-9982-44E5-85F7-79FAD37C3692}"/>
              </a:ext>
            </a:extLst>
          </p:cNvPr>
          <p:cNvCxnSpPr>
            <a:stCxn xmlns:a="http://schemas.openxmlformats.org/drawingml/2006/main" id="21" idx="3"/>
            <a:endCxn xmlns:a="http://schemas.openxmlformats.org/drawingml/2006/main" id="22" idx="1"/>
          </p:cNvCxnSpPr>
          <p:nvPr/>
        </p:nvCxnSpPr>
        <p:spPr>
          <a:xfrm xmlns:a="http://schemas.openxmlformats.org/drawingml/2006/main" flipH="1">
            <a:off x="5715000" y="5791677"/>
            <a:ext cx="953" cy="24765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547D45"/>
            </a:solidFill>
            <a:prstDash val="solid"/>
          </a:ln>
        </p:spPr>
      </p:cxnSp>
      <p:cxnSp>
        <p:nvCxn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D32D00F-9B55-4BAE-9F02-5E6A0B91B01B}"/>
              </a:ext>
            </a:extLst>
          </p:cNvPr>
          <p:cNvCxnSpPr>
            <a:stCxn xmlns:a="http://schemas.openxmlformats.org/drawingml/2006/main" id="13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 flipH="1">
            <a:off x="5715000" y="4181952"/>
            <a:ext cx="953" cy="3810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77DC3"/>
            </a:solidFill>
            <a:prstDash val="solid"/>
            <a:tailEnd type="triangle" w="sm" len="sm"/>
          </a:ln>
        </p:spPr>
      </p:cxn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FEBEFC3-EDDB-4517-808A-C81E49227DA4}"/>
              </a:ext>
            </a:extLst>
          </p:cNvPr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 flipH="1">
            <a:off x="5715000" y="2543652"/>
            <a:ext cx="953" cy="3810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77DC3"/>
            </a:solidFill>
            <a:prstDash val="solid"/>
            <a:tailEnd type="triangle" w="sm" len="sm"/>
          </a:ln>
        </p:spPr>
      </p:cxnSp>
      <p:sp>
        <p:nvSpPr>
          <p:cNvPr id="30" name="F-11">
            <a:extLst xmlns:a="http://schemas.openxmlformats.org/drawingml/2006/main">
              <a:ext uri="{FF2B5EF4-FFF2-40B4-BE49-F238E27FC236}">
                <a16:creationId xmlns:a16="http://schemas.microsoft.com/office/drawing/2014/main" id="{EA4F508B-7E53-47C1-9F00-B1FA5AA88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9075"/>
            <a:ext cx="95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l">
              <a:defRPr sz="1650" b="1">
                <a:solidFill>
                  <a:srgbClr val="277DC3"/>
                </a:solidFill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277DC3"/>
                </a:solidFill>
              </a:defRPr>
            </a:pPr>
            <a:r>
              <a:rPr sz="1650" b="1">
                <a:solidFill>
                  <a:srgbClr val="277DC3"/>
                </a:solidFill>
                <a:latin typeface="Microsoft YaHei"/>
                <a:ea typeface="Microsoft YaHei"/>
                <a:cs typeface="Microsoft YaHei"/>
              </a:rPr>
              <a:t>F-11</a:t>
            </a:r>
          </a:p>
        </p:txBody>
      </p:sp>
      <p:sp>
        <p:nvSpPr>
          <p:cNvPr id="2" name="去重与合并的三层处理">
            <a:extLst xmlns:a="http://schemas.openxmlformats.org/drawingml/2006/main">
              <a:ext uri="{FF2B5EF4-FFF2-40B4-BE49-F238E27FC236}">
                <a16:creationId xmlns:a16="http://schemas.microsoft.com/office/drawing/2014/main" id="{8F95E681-A17F-4D7E-B40F-C8BF7CFA8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152400"/>
            <a:ext cx="9525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l">
              <a:defRPr sz="2400" b="1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233E54"/>
                </a:solidFill>
              </a:defRPr>
            </a:pPr>
            <a:r>
              <a:rPr sz="2400" b="1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去重与合并的三层处理</a:t>
            </a:r>
          </a:p>
        </p:txBody>
      </p:sp>
      <p:sp>
        <p:nvSpPr>
          <p:cNvPr id="3" name="boundary">
            <a:extLst xmlns:a="http://schemas.openxmlformats.org/drawingml/2006/main">
              <a:ext uri="{FF2B5EF4-FFF2-40B4-BE49-F238E27FC236}">
                <a16:creationId xmlns:a16="http://schemas.microsoft.com/office/drawing/2014/main" id="{E3699A90-C3CE-499A-ADF9-9383274A9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28675"/>
            <a:ext cx="10515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C4D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layer surface">
            <a:extLst xmlns:a="http://schemas.openxmlformats.org/drawingml/2006/main">
              <a:ext uri="{FF2B5EF4-FFF2-40B4-BE49-F238E27FC236}">
                <a16:creationId xmlns:a16="http://schemas.microsoft.com/office/drawing/2014/main" id="{3F770FF3-36FD-4B2C-9C72-B2860CE61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352550"/>
            <a:ext cx="8763000" cy="1162050"/>
          </a:xfrm>
          <a:custGeom xmlns:a="http://schemas.openxmlformats.org/drawingml/2006/main">
            <a:pathLst>
              <a:path w="8763000" h="1162050">
                <a:moveTo>
                  <a:pt x="0" y="0"/>
                </a:moveTo>
                <a:lnTo>
                  <a:pt x="8763000" y="0"/>
                </a:lnTo>
                <a:lnTo>
                  <a:pt x="8420100" y="1162050"/>
                </a:lnTo>
                <a:lnTo>
                  <a:pt x="342900" y="1162050"/>
                </a:lnTo>
                <a:close/>
              </a:path>
            </a:pathLst>
          </a:custGeom>
          <a:solidFill xmlns:a="http://schemas.openxmlformats.org/drawingml/2006/main">
            <a:srgbClr val="EAF4FC"/>
          </a:solidFill>
          <a:ln xmlns:a="http://schemas.openxmlformats.org/drawingml/2006/main" w="9525">
            <a:solidFill>
              <a:srgbClr val="A6C4DB"/>
            </a:solidFill>
          </a:ln>
        </p:spPr>
      </p:sp>
      <p:sp>
        <p:nvSpPr>
          <p:cNvPr id="5" name="同源幂等">
            <a:extLst xmlns:a="http://schemas.openxmlformats.org/drawingml/2006/main">
              <a:ext uri="{FF2B5EF4-FFF2-40B4-BE49-F238E27FC236}">
                <a16:creationId xmlns:a16="http://schemas.microsoft.com/office/drawing/2014/main" id="{51344888-21EF-436A-B32E-94CF6B29F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1485900"/>
            <a:ext cx="7905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2175" b="1">
                <a:solidFill>
                  <a:srgbClr val="277DC3"/>
                </a:solidFill>
              </a:defRPr>
            </a:defPPr>
          </a:lstStyle>
          <a:p xmlns:a="http://schemas.openxmlformats.org/drawingml/2006/main">
            <a:pPr algn="ctr">
              <a:defRPr sz="2175" b="1">
                <a:solidFill>
                  <a:srgbClr val="277DC3"/>
                </a:solidFill>
              </a:defRPr>
            </a:pPr>
            <a:r>
              <a:rPr sz="2175" b="1">
                <a:solidFill>
                  <a:srgbClr val="277DC3"/>
                </a:solidFill>
                <a:latin typeface="Microsoft YaHei"/>
                <a:ea typeface="Microsoft YaHei"/>
                <a:cs typeface="Microsoft YaHei"/>
              </a:rPr>
              <a:t>同源幂等</a:t>
            </a:r>
          </a:p>
        </p:txBody>
      </p:sp>
      <p:sp>
        <p:nvSpPr>
          <p:cNvPr id="6" name="(source, external_id)">
            <a:extLst xmlns:a="http://schemas.openxmlformats.org/drawingml/2006/main">
              <a:ext uri="{FF2B5EF4-FFF2-40B4-BE49-F238E27FC236}">
                <a16:creationId xmlns:a16="http://schemas.microsoft.com/office/drawing/2014/main" id="{950BC6EB-F3C5-4D03-8B40-744D310E1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1971675"/>
            <a:ext cx="8001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725" b="0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ctr">
              <a:defRPr sz="1725" b="0">
                <a:solidFill>
                  <a:srgbClr val="233E54"/>
                </a:solidFill>
              </a:defRPr>
            </a:pPr>
            <a:r>
              <a:rPr sz="1725" b="0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(source, external_id)</a:t>
            </a:r>
          </a:p>
        </p:txBody>
      </p:sp>
      <p:sp>
        <p:nvSpPr>
          <p:cNvPr id="7" name="boundary">
            <a:extLst xmlns:a="http://schemas.openxmlformats.org/drawingml/2006/main">
              <a:ext uri="{FF2B5EF4-FFF2-40B4-BE49-F238E27FC236}">
                <a16:creationId xmlns:a16="http://schemas.microsoft.com/office/drawing/2014/main" id="{2B0FE5C2-4C37-42DE-9AFE-C1F1CD344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5431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8" name="boundary">
            <a:extLst xmlns:a="http://schemas.openxmlformats.org/drawingml/2006/main">
              <a:ext uri="{FF2B5EF4-FFF2-40B4-BE49-F238E27FC236}">
                <a16:creationId xmlns:a16="http://schemas.microsoft.com/office/drawing/2014/main" id="{9F4713A0-B661-4380-A96E-0A67FB383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9241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0" name="layer surface">
            <a:extLst xmlns:a="http://schemas.openxmlformats.org/drawingml/2006/main">
              <a:ext uri="{FF2B5EF4-FFF2-40B4-BE49-F238E27FC236}">
                <a16:creationId xmlns:a16="http://schemas.microsoft.com/office/drawing/2014/main" id="{A3074B20-7767-4EC4-89FC-39820DE82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2990850"/>
            <a:ext cx="7524750" cy="1162050"/>
          </a:xfrm>
          <a:custGeom xmlns:a="http://schemas.openxmlformats.org/drawingml/2006/main">
            <a:pathLst>
              <a:path w="7524750" h="1162050">
                <a:moveTo>
                  <a:pt x="0" y="0"/>
                </a:moveTo>
                <a:lnTo>
                  <a:pt x="7524750" y="0"/>
                </a:lnTo>
                <a:lnTo>
                  <a:pt x="7181850" y="1162050"/>
                </a:lnTo>
                <a:lnTo>
                  <a:pt x="342900" y="1162050"/>
                </a:lnTo>
                <a:close/>
              </a:path>
            </a:pathLst>
          </a:custGeom>
          <a:solidFill xmlns:a="http://schemas.openxmlformats.org/drawingml/2006/main">
            <a:srgbClr val="EAF4FC"/>
          </a:solidFill>
          <a:ln xmlns:a="http://schemas.openxmlformats.org/drawingml/2006/main" w="9525">
            <a:solidFill>
              <a:srgbClr val="A6C4DB"/>
            </a:solidFill>
          </a:ln>
        </p:spPr>
      </p:sp>
      <p:sp>
        <p:nvSpPr>
          <p:cNvPr id="11" name="跨源别名并查集">
            <a:extLst xmlns:a="http://schemas.openxmlformats.org/drawingml/2006/main">
              <a:ext uri="{FF2B5EF4-FFF2-40B4-BE49-F238E27FC236}">
                <a16:creationId xmlns:a16="http://schemas.microsoft.com/office/drawing/2014/main" id="{96A55DD2-4912-4D7A-A376-A76607DF1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124200"/>
            <a:ext cx="6667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2175" b="1">
                <a:solidFill>
                  <a:srgbClr val="277DC3"/>
                </a:solidFill>
              </a:defRPr>
            </a:defPPr>
          </a:lstStyle>
          <a:p xmlns:a="http://schemas.openxmlformats.org/drawingml/2006/main">
            <a:pPr algn="ctr">
              <a:defRPr sz="2175" b="1">
                <a:solidFill>
                  <a:srgbClr val="277DC3"/>
                </a:solidFill>
              </a:defRPr>
            </a:pPr>
            <a:r>
              <a:rPr sz="2175" b="1">
                <a:solidFill>
                  <a:srgbClr val="277DC3"/>
                </a:solidFill>
                <a:latin typeface="Microsoft YaHei"/>
                <a:ea typeface="Microsoft YaHei"/>
                <a:cs typeface="Microsoft YaHei"/>
              </a:rPr>
              <a:t>跨源别名并查集</a:t>
            </a:r>
          </a:p>
        </p:txBody>
      </p:sp>
      <p:sp>
        <p:nvSpPr>
          <p:cNvPr id="12" name="CVE &gt; GHSA &gt; OSV &gt; huntr &gt; SW">
            <a:extLst xmlns:a="http://schemas.openxmlformats.org/drawingml/2006/main">
              <a:ext uri="{FF2B5EF4-FFF2-40B4-BE49-F238E27FC236}">
                <a16:creationId xmlns:a16="http://schemas.microsoft.com/office/drawing/2014/main" id="{65E6C7B4-63D6-431C-8DA4-12FBAE54E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3609975"/>
            <a:ext cx="676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725" b="0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ctr">
              <a:defRPr sz="1725" b="0">
                <a:solidFill>
                  <a:srgbClr val="233E54"/>
                </a:solidFill>
              </a:defRPr>
            </a:pPr>
            <a:r>
              <a:rPr sz="1725" b="0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CVE &gt; GHSA &gt; OSV &gt; huntr &gt; SW</a:t>
            </a:r>
          </a:p>
        </p:txBody>
      </p:sp>
      <p:sp>
        <p:nvSpPr>
          <p:cNvPr id="13" name="boundary">
            <a:extLst xmlns:a="http://schemas.openxmlformats.org/drawingml/2006/main">
              <a:ext uri="{FF2B5EF4-FFF2-40B4-BE49-F238E27FC236}">
                <a16:creationId xmlns:a16="http://schemas.microsoft.com/office/drawing/2014/main" id="{E81D1741-3BCB-45AE-8D5B-26FA747BC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1814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4" name="boundary">
            <a:extLst xmlns:a="http://schemas.openxmlformats.org/drawingml/2006/main">
              <a:ext uri="{FF2B5EF4-FFF2-40B4-BE49-F238E27FC236}">
                <a16:creationId xmlns:a16="http://schemas.microsoft.com/office/drawing/2014/main" id="{1516849D-5A91-4DB9-8FE3-9B5FCA393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5624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6" name="layer surface">
            <a:extLst xmlns:a="http://schemas.openxmlformats.org/drawingml/2006/main">
              <a:ext uri="{FF2B5EF4-FFF2-40B4-BE49-F238E27FC236}">
                <a16:creationId xmlns:a16="http://schemas.microsoft.com/office/drawing/2014/main" id="{DBD2BFA0-0402-4089-AD86-6930F54E9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629150"/>
            <a:ext cx="6286500" cy="1162050"/>
          </a:xfrm>
          <a:custGeom xmlns:a="http://schemas.openxmlformats.org/drawingml/2006/main">
            <a:pathLst>
              <a:path w="6286500" h="1162050">
                <a:moveTo>
                  <a:pt x="0" y="0"/>
                </a:moveTo>
                <a:lnTo>
                  <a:pt x="6286500" y="0"/>
                </a:lnTo>
                <a:lnTo>
                  <a:pt x="5943600" y="1162050"/>
                </a:lnTo>
                <a:lnTo>
                  <a:pt x="342900" y="1162050"/>
                </a:lnTo>
                <a:close/>
              </a:path>
            </a:pathLst>
          </a:custGeom>
          <a:solidFill xmlns:a="http://schemas.openxmlformats.org/drawingml/2006/main">
            <a:srgbClr val="E5F0DA"/>
          </a:solidFill>
          <a:ln xmlns:a="http://schemas.openxmlformats.org/drawingml/2006/main" w="9525">
            <a:solidFill>
              <a:srgbClr val="A6C4DB"/>
            </a:solidFill>
          </a:ln>
        </p:spPr>
      </p:sp>
      <p:sp>
        <p:nvSpPr>
          <p:cNvPr id="17" name="无编号相似候选">
            <a:extLst xmlns:a="http://schemas.openxmlformats.org/drawingml/2006/main">
              <a:ext uri="{FF2B5EF4-FFF2-40B4-BE49-F238E27FC236}">
                <a16:creationId xmlns:a16="http://schemas.microsoft.com/office/drawing/2014/main" id="{F6076F3F-2CD9-4BC7-87E2-94DE61E2E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4762500"/>
            <a:ext cx="5429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2175" b="1">
                <a:solidFill>
                  <a:srgbClr val="547D45"/>
                </a:solidFill>
              </a:defRPr>
            </a:defPPr>
          </a:lstStyle>
          <a:p xmlns:a="http://schemas.openxmlformats.org/drawingml/2006/main">
            <a:pPr algn="ctr">
              <a:defRPr sz="2175" b="1">
                <a:solidFill>
                  <a:srgbClr val="547D45"/>
                </a:solidFill>
              </a:defRPr>
            </a:pPr>
            <a:r>
              <a:rPr sz="2175" b="1">
                <a:solidFill>
                  <a:srgbClr val="547D45"/>
                </a:solidFill>
                <a:latin typeface="Microsoft YaHei"/>
                <a:ea typeface="Microsoft YaHei"/>
                <a:cs typeface="Microsoft YaHei"/>
              </a:rPr>
              <a:t>无编号相似候选</a:t>
            </a:r>
          </a:p>
        </p:txBody>
      </p:sp>
      <p:sp>
        <p:nvSpPr>
          <p:cNvPr id="18" name="purl + SimHash ≥0.9 + 日期 ±3 天">
            <a:extLst xmlns:a="http://schemas.openxmlformats.org/drawingml/2006/main">
              <a:ext uri="{FF2B5EF4-FFF2-40B4-BE49-F238E27FC236}">
                <a16:creationId xmlns:a16="http://schemas.microsoft.com/office/drawing/2014/main" id="{3EDB1CEF-59E3-4F10-8070-A25833615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5248275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725" b="0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ctr">
              <a:defRPr sz="1725" b="0">
                <a:solidFill>
                  <a:srgbClr val="233E54"/>
                </a:solidFill>
              </a:defRPr>
            </a:pPr>
            <a:r>
              <a:rPr sz="1725" b="0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purl + SimHash ≥0.9 + 日期 ±3 天</a:t>
            </a:r>
          </a:p>
        </p:txBody>
      </p:sp>
      <p:sp>
        <p:nvSpPr>
          <p:cNvPr id="19" name="双 CVE 不合并 保留 DUPLICATE_OF 候选">
            <a:extLst xmlns:a="http://schemas.openxmlformats.org/drawingml/2006/main">
              <a:ext uri="{FF2B5EF4-FFF2-40B4-BE49-F238E27FC236}">
                <a16:creationId xmlns:a16="http://schemas.microsoft.com/office/drawing/2014/main" id="{A656DE55-61AF-4B64-964E-A41FA2495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286500"/>
            <a:ext cx="4476750" cy="752475"/>
          </a:xfrm>
          <a:prstGeom xmlns:a="http://schemas.openxmlformats.org/drawingml/2006/main" prst="roundRect">
            <a:avLst>
              <a:gd name="adj" fmla="val 15190"/>
            </a:avLst>
          </a:prstGeom>
          <a:solidFill xmlns:a="http://schemas.openxmlformats.org/drawingml/2006/main">
            <a:srgbClr val="FFF1CB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650" b="1">
                <a:solidFill>
                  <a:srgbClr val="A67A20"/>
                </a:solidFill>
              </a:defRPr>
            </a:defPPr>
          </a:lstStyle>
          <a:p xmlns:a="http://schemas.openxmlformats.org/drawingml/2006/main">
            <a:pPr algn="ctr">
              <a:defRPr sz="1650" b="1">
                <a:solidFill>
                  <a:srgbClr val="A67A20"/>
                </a:solidFill>
              </a:defRPr>
            </a:pPr>
            <a:r>
              <a:rPr sz="1650" b="1">
                <a:solidFill>
                  <a:srgbClr val="A67A20"/>
                </a:solidFill>
                <a:latin typeface="Microsoft YaHei"/>
                <a:ea typeface="Microsoft YaHei"/>
                <a:cs typeface="Microsoft YaHei"/>
              </a:rPr>
              <a:t>双 CVE 不合并</a:t>
            </a:r>
          </a:p>
          <a:p xmlns:a="http://schemas.openxmlformats.org/drawingml/2006/main">
            <a:pPr algn="ctr">
              <a:defRPr sz="1650" b="1">
                <a:solidFill>
                  <a:srgbClr val="A67A20"/>
                </a:solidFill>
              </a:defRPr>
            </a:pPr>
            <a:r>
              <a:rPr sz="1650" b="1">
                <a:solidFill>
                  <a:srgbClr val="A67A20"/>
                </a:solidFill>
                <a:latin typeface="Microsoft YaHei"/>
                <a:ea typeface="Microsoft YaHei"/>
                <a:cs typeface="Microsoft YaHei"/>
              </a:rPr>
              <a:t>保留 DUPLICATE_OF 候选</a:t>
            </a:r>
          </a:p>
        </p:txBody>
      </p:sp>
      <p:sp>
        <p:nvSpPr>
          <p:cNvPr id="20" name="Critic 复核 候选不自动合并">
            <a:extLst xmlns:a="http://schemas.openxmlformats.org/drawingml/2006/main">
              <a:ext uri="{FF2B5EF4-FFF2-40B4-BE49-F238E27FC236}">
                <a16:creationId xmlns:a16="http://schemas.microsoft.com/office/drawing/2014/main" id="{23379824-06E2-4E46-B637-C7DB1E616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6286500"/>
            <a:ext cx="4476750" cy="752475"/>
          </a:xfrm>
          <a:prstGeom xmlns:a="http://schemas.openxmlformats.org/drawingml/2006/main" prst="roundRect">
            <a:avLst>
              <a:gd name="adj" fmla="val 15190"/>
            </a:avLst>
          </a:prstGeom>
          <a:solidFill xmlns:a="http://schemas.openxmlformats.org/drawingml/2006/main">
            <a:srgbClr val="E5F0DA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725" b="1">
                <a:solidFill>
                  <a:srgbClr val="547D45"/>
                </a:solidFill>
              </a:defRPr>
            </a:defPPr>
          </a:lstStyle>
          <a:p xmlns:a="http://schemas.openxmlformats.org/drawingml/2006/main">
            <a:pPr algn="ctr">
              <a:defRPr sz="1725" b="1">
                <a:solidFill>
                  <a:srgbClr val="547D45"/>
                </a:solidFill>
              </a:defRPr>
            </a:pPr>
            <a:r>
              <a:rPr sz="1725" b="1">
                <a:solidFill>
                  <a:srgbClr val="547D45"/>
                </a:solidFill>
                <a:latin typeface="Microsoft YaHei"/>
                <a:ea typeface="Microsoft YaHei"/>
                <a:cs typeface="Microsoft YaHei"/>
              </a:rPr>
              <a:t>Critic 复核</a:t>
            </a:r>
          </a:p>
          <a:p xmlns:a="http://schemas.openxmlformats.org/drawingml/2006/main">
            <a:pPr algn="ctr">
              <a:defRPr sz="1725" b="1">
                <a:solidFill>
                  <a:srgbClr val="547D45"/>
                </a:solidFill>
              </a:defRPr>
            </a:pPr>
            <a:r>
              <a:rPr sz="1725" b="1">
                <a:solidFill>
                  <a:srgbClr val="547D45"/>
                </a:solidFill>
                <a:latin typeface="Microsoft YaHei"/>
                <a:ea typeface="Microsoft YaHei"/>
                <a:cs typeface="Microsoft YaHei"/>
              </a:rPr>
              <a:t>候选不自动合并</a:t>
            </a:r>
          </a:p>
        </p:txBody>
      </p:sp>
      <p:sp>
        <p:nvSpPr>
          <p:cNvPr id="21" name="boundary">
            <a:extLst xmlns:a="http://schemas.openxmlformats.org/drawingml/2006/main">
              <a:ext uri="{FF2B5EF4-FFF2-40B4-BE49-F238E27FC236}">
                <a16:creationId xmlns:a16="http://schemas.microsoft.com/office/drawing/2014/main" id="{A2B29AF3-8608-4B19-B7E5-56A68B40B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57912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2" name="boundary">
            <a:extLst xmlns:a="http://schemas.openxmlformats.org/drawingml/2006/main">
              <a:ext uri="{FF2B5EF4-FFF2-40B4-BE49-F238E27FC236}">
                <a16:creationId xmlns:a16="http://schemas.microsoft.com/office/drawing/2014/main" id="{0E2A7655-5BA3-4355-8D11-9AC6C50BD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60388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4" name="boundary">
            <a:extLst xmlns:a="http://schemas.openxmlformats.org/drawingml/2006/main">
              <a:ext uri="{FF2B5EF4-FFF2-40B4-BE49-F238E27FC236}">
                <a16:creationId xmlns:a16="http://schemas.microsoft.com/office/drawing/2014/main" id="{94893C35-C672-424B-B799-F6DE9852C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60388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5" name="boundary">
            <a:extLst xmlns:a="http://schemas.openxmlformats.org/drawingml/2006/main">
              <a:ext uri="{FF2B5EF4-FFF2-40B4-BE49-F238E27FC236}">
                <a16:creationId xmlns:a16="http://schemas.microsoft.com/office/drawing/2014/main" id="{C85B0953-378A-4C14-B490-A72254658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60388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7" name="boundary">
            <a:extLst xmlns:a="http://schemas.openxmlformats.org/drawingml/2006/main">
              <a:ext uri="{FF2B5EF4-FFF2-40B4-BE49-F238E27FC236}">
                <a16:creationId xmlns:a16="http://schemas.microsoft.com/office/drawing/2014/main" id="{43C1827B-938B-4831-B621-0046E7F11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60388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8" name="boundary">
            <a:extLst xmlns:a="http://schemas.openxmlformats.org/drawingml/2006/main">
              <a:ext uri="{FF2B5EF4-FFF2-40B4-BE49-F238E27FC236}">
                <a16:creationId xmlns:a16="http://schemas.microsoft.com/office/drawing/2014/main" id="{FF14278F-B4B5-4C64-ACE4-2324910A8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62865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012093918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F0D166D-B82C-48B5-9532-0D5AE1ACD089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 flipH="1">
            <a:off x="5715000" y="1705452"/>
            <a:ext cx="953" cy="3905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77DC3"/>
            </a:solidFill>
            <a:prstDash val="solid"/>
            <a:tailEnd type="triangle" w="sm" len="sm"/>
          </a:ln>
        </p:spPr>
      </p:cxnSp>
      <p:sp>
        <p:nvSpPr>
          <p:cNvPr id="45" name="F-12">
            <a:extLst xmlns:a="http://schemas.openxmlformats.org/drawingml/2006/main">
              <a:ext uri="{FF2B5EF4-FFF2-40B4-BE49-F238E27FC236}">
                <a16:creationId xmlns:a16="http://schemas.microsoft.com/office/drawing/2014/main" id="{1EA70043-67DB-4B4E-B9FA-D6FAD59A9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9075"/>
            <a:ext cx="95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l">
              <a:defRPr sz="1650" b="1">
                <a:solidFill>
                  <a:srgbClr val="277DC3"/>
                </a:solidFill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277DC3"/>
                </a:solidFill>
              </a:defRPr>
            </a:pPr>
            <a:r>
              <a:rPr sz="1650" b="1">
                <a:solidFill>
                  <a:srgbClr val="277DC3"/>
                </a:solidFill>
                <a:latin typeface="Microsoft YaHei"/>
                <a:ea typeface="Microsoft YaHei"/>
                <a:cs typeface="Microsoft YaHei"/>
              </a:rPr>
              <a:t>F-12</a:t>
            </a:r>
          </a:p>
        </p:txBody>
      </p:sp>
      <p:sp>
        <p:nvSpPr>
          <p:cNvPr id="2" name="九维富化画像">
            <a:extLst xmlns:a="http://schemas.openxmlformats.org/drawingml/2006/main">
              <a:ext uri="{FF2B5EF4-FFF2-40B4-BE49-F238E27FC236}">
                <a16:creationId xmlns:a16="http://schemas.microsoft.com/office/drawing/2014/main" id="{8CE06681-E4D5-4BBF-8B1A-A93F0C65D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152400"/>
            <a:ext cx="9525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l">
              <a:defRPr sz="2400" b="1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233E54"/>
                </a:solidFill>
              </a:defRPr>
            </a:pPr>
            <a:r>
              <a:rPr sz="2400" b="1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九维富化画像</a:t>
            </a:r>
          </a:p>
        </p:txBody>
      </p:sp>
      <p:sp>
        <p:nvSpPr>
          <p:cNvPr id="3" name="boundary">
            <a:extLst xmlns:a="http://schemas.openxmlformats.org/drawingml/2006/main">
              <a:ext uri="{FF2B5EF4-FFF2-40B4-BE49-F238E27FC236}">
                <a16:creationId xmlns:a16="http://schemas.microsoft.com/office/drawing/2014/main" id="{00CD444B-F7FF-4EB8-9D7F-F70DACA25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28675"/>
            <a:ext cx="10515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C4D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漏洞实体">
            <a:extLst xmlns:a="http://schemas.openxmlformats.org/drawingml/2006/main">
              <a:ext uri="{FF2B5EF4-FFF2-40B4-BE49-F238E27FC236}">
                <a16:creationId xmlns:a16="http://schemas.microsoft.com/office/drawing/2014/main" id="{91C79B99-215C-4065-842D-C49A51BD3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1209675"/>
            <a:ext cx="3048000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277DC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875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漏洞实体</a:t>
            </a:r>
          </a:p>
        </p:txBody>
      </p:sp>
      <p:sp>
        <p:nvSpPr>
          <p:cNvPr id="5" name="boundary">
            <a:extLst xmlns:a="http://schemas.openxmlformats.org/drawingml/2006/main">
              <a:ext uri="{FF2B5EF4-FFF2-40B4-BE49-F238E27FC236}">
                <a16:creationId xmlns:a16="http://schemas.microsoft.com/office/drawing/2014/main" id="{3641DABB-8E3C-483A-A1F2-FD49F2300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17049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6" name="boundary">
            <a:extLst xmlns:a="http://schemas.openxmlformats.org/drawingml/2006/main">
              <a:ext uri="{FF2B5EF4-FFF2-40B4-BE49-F238E27FC236}">
                <a16:creationId xmlns:a16="http://schemas.microsoft.com/office/drawing/2014/main" id="{C5E4CC64-A85B-49FF-8BE0-9EBA0849A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0955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8" name="boundary">
            <a:extLst xmlns:a="http://schemas.openxmlformats.org/drawingml/2006/main">
              <a:ext uri="{FF2B5EF4-FFF2-40B4-BE49-F238E27FC236}">
                <a16:creationId xmlns:a16="http://schemas.microsoft.com/office/drawing/2014/main" id="{5A19E490-5FAD-4875-BC44-8B2ABD801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286000"/>
            <a:ext cx="3143250" cy="133350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EAF4FC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</p:sp>
      <p:sp>
        <p:nvSpPr>
          <p:cNvPr id="9" name="CVSS">
            <a:extLst xmlns:a="http://schemas.openxmlformats.org/drawingml/2006/main">
              <a:ext uri="{FF2B5EF4-FFF2-40B4-BE49-F238E27FC236}">
                <a16:creationId xmlns:a16="http://schemas.microsoft.com/office/drawing/2014/main" id="{F3B6C34C-625A-4FE4-BB5F-FFA7F8B27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381250"/>
            <a:ext cx="2952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800" b="1">
                <a:solidFill>
                  <a:srgbClr val="277DC3"/>
                </a:solidFill>
              </a:defRPr>
            </a:defPPr>
          </a:lstStyle>
          <a:p xmlns:a="http://schemas.openxmlformats.org/drawingml/2006/main">
            <a:pPr algn="ctr">
              <a:defRPr sz="1800" b="1">
                <a:solidFill>
                  <a:srgbClr val="277DC3"/>
                </a:solidFill>
              </a:defRPr>
            </a:pPr>
            <a:r>
              <a:rPr sz="1800" b="1">
                <a:solidFill>
                  <a:srgbClr val="277DC3"/>
                </a:solidFill>
                <a:latin typeface="Microsoft YaHei"/>
                <a:ea typeface="Microsoft YaHei"/>
                <a:cs typeface="Microsoft YaHei"/>
              </a:rPr>
              <a:t>CVSS</a:t>
            </a:r>
          </a:p>
        </p:txBody>
      </p:sp>
      <p:sp>
        <p:nvSpPr>
          <p:cNvPr id="10" name="NVD / GHSA 保留分歧">
            <a:extLst xmlns:a="http://schemas.openxmlformats.org/drawingml/2006/main">
              <a:ext uri="{FF2B5EF4-FFF2-40B4-BE49-F238E27FC236}">
                <a16:creationId xmlns:a16="http://schemas.microsoft.com/office/drawing/2014/main" id="{CE05A7ED-B782-447F-A906-ADDD5E43E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809875"/>
            <a:ext cx="29146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575" b="0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ctr">
              <a:defRPr sz="1575" b="0">
                <a:solidFill>
                  <a:srgbClr val="233E54"/>
                </a:solidFill>
              </a:defRPr>
            </a:pPr>
            <a:r>
              <a:rPr sz="1575" b="0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NVD / GHSA</a:t>
            </a:r>
          </a:p>
          <a:p xmlns:a="http://schemas.openxmlformats.org/drawingml/2006/main">
            <a:pPr algn="ctr">
              <a:defRPr sz="1575" b="0">
                <a:solidFill>
                  <a:srgbClr val="233E54"/>
                </a:solidFill>
              </a:defRPr>
            </a:pPr>
            <a:r>
              <a:rPr sz="1575" b="0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保留分歧</a:t>
            </a:r>
          </a:p>
        </p:txBody>
      </p:sp>
      <p:sp>
        <p:nvSpPr>
          <p:cNvPr id="11" name="1">
            <a:extLst xmlns:a="http://schemas.openxmlformats.org/drawingml/2006/main">
              <a:ext uri="{FF2B5EF4-FFF2-40B4-BE49-F238E27FC236}">
                <a16:creationId xmlns:a16="http://schemas.microsoft.com/office/drawing/2014/main" id="{2ADEAD3B-8B45-4D09-8405-4512C6341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336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7DC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500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2" name="boundary">
            <a:extLst xmlns:a="http://schemas.openxmlformats.org/drawingml/2006/main">
              <a:ext uri="{FF2B5EF4-FFF2-40B4-BE49-F238E27FC236}">
                <a16:creationId xmlns:a16="http://schemas.microsoft.com/office/drawing/2014/main" id="{F74ACDEE-8DAD-45B9-A751-4B633C46A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2286000"/>
            <a:ext cx="3143250" cy="133350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EAF4FC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</p:sp>
      <p:sp>
        <p:nvSpPr>
          <p:cNvPr id="13" name="EPSS">
            <a:extLst xmlns:a="http://schemas.openxmlformats.org/drawingml/2006/main">
              <a:ext uri="{FF2B5EF4-FFF2-40B4-BE49-F238E27FC236}">
                <a16:creationId xmlns:a16="http://schemas.microsoft.com/office/drawing/2014/main" id="{42957808-9701-4ACF-B844-8F8B0F9AE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2381250"/>
            <a:ext cx="2952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800" b="1">
                <a:solidFill>
                  <a:srgbClr val="277DC3"/>
                </a:solidFill>
              </a:defRPr>
            </a:defPPr>
          </a:lstStyle>
          <a:p xmlns:a="http://schemas.openxmlformats.org/drawingml/2006/main">
            <a:pPr algn="ctr">
              <a:defRPr sz="1800" b="1">
                <a:solidFill>
                  <a:srgbClr val="277DC3"/>
                </a:solidFill>
              </a:defRPr>
            </a:pPr>
            <a:r>
              <a:rPr sz="1800" b="1">
                <a:solidFill>
                  <a:srgbClr val="277DC3"/>
                </a:solidFill>
                <a:latin typeface="Microsoft YaHei"/>
                <a:ea typeface="Microsoft YaHei"/>
                <a:cs typeface="Microsoft YaHei"/>
              </a:rPr>
              <a:t>EPSS</a:t>
            </a:r>
          </a:p>
        </p:txBody>
      </p:sp>
      <p:sp>
        <p:nvSpPr>
          <p:cNvPr id="14" name="FIRST 每日更新">
            <a:extLst xmlns:a="http://schemas.openxmlformats.org/drawingml/2006/main">
              <a:ext uri="{FF2B5EF4-FFF2-40B4-BE49-F238E27FC236}">
                <a16:creationId xmlns:a16="http://schemas.microsoft.com/office/drawing/2014/main" id="{015686EA-A1A4-46E3-B8F6-965A89080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2809875"/>
            <a:ext cx="29146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575" b="0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ctr">
              <a:defRPr sz="1575" b="0">
                <a:solidFill>
                  <a:srgbClr val="233E54"/>
                </a:solidFill>
              </a:defRPr>
            </a:pPr>
            <a:r>
              <a:rPr sz="1575" b="0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FIRST</a:t>
            </a:r>
          </a:p>
          <a:p xmlns:a="http://schemas.openxmlformats.org/drawingml/2006/main">
            <a:pPr algn="ctr">
              <a:defRPr sz="1575" b="0">
                <a:solidFill>
                  <a:srgbClr val="233E54"/>
                </a:solidFill>
              </a:defRPr>
            </a:pPr>
            <a:r>
              <a:rPr sz="1575" b="0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每日更新</a:t>
            </a:r>
          </a:p>
        </p:txBody>
      </p:sp>
      <p:sp>
        <p:nvSpPr>
          <p:cNvPr id="15" name="2">
            <a:extLst xmlns:a="http://schemas.openxmlformats.org/drawingml/2006/main">
              <a:ext uri="{FF2B5EF4-FFF2-40B4-BE49-F238E27FC236}">
                <a16:creationId xmlns:a16="http://schemas.microsoft.com/office/drawing/2014/main" id="{41C07D2C-257F-4DD5-8B0A-CE2EB535C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4325" y="21336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7DC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500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6" name="boundary">
            <a:extLst xmlns:a="http://schemas.openxmlformats.org/drawingml/2006/main">
              <a:ext uri="{FF2B5EF4-FFF2-40B4-BE49-F238E27FC236}">
                <a16:creationId xmlns:a16="http://schemas.microsoft.com/office/drawing/2014/main" id="{5D1351E3-6DF4-4AA2-8DB2-91F398E59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286000"/>
            <a:ext cx="3143250" cy="133350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EAF4FC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</p:sp>
      <p:sp>
        <p:nvSpPr>
          <p:cNvPr id="17" name="KEV">
            <a:extLst xmlns:a="http://schemas.openxmlformats.org/drawingml/2006/main">
              <a:ext uri="{FF2B5EF4-FFF2-40B4-BE49-F238E27FC236}">
                <a16:creationId xmlns:a16="http://schemas.microsoft.com/office/drawing/2014/main" id="{61DA7C05-D954-4C0F-86FA-633310B68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381250"/>
            <a:ext cx="2952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800" b="1">
                <a:solidFill>
                  <a:srgbClr val="277DC3"/>
                </a:solidFill>
              </a:defRPr>
            </a:defPPr>
          </a:lstStyle>
          <a:p xmlns:a="http://schemas.openxmlformats.org/drawingml/2006/main">
            <a:pPr algn="ctr">
              <a:defRPr sz="1800" b="1">
                <a:solidFill>
                  <a:srgbClr val="277DC3"/>
                </a:solidFill>
              </a:defRPr>
            </a:pPr>
            <a:r>
              <a:rPr sz="1800" b="1">
                <a:solidFill>
                  <a:srgbClr val="277DC3"/>
                </a:solidFill>
                <a:latin typeface="Microsoft YaHei"/>
                <a:ea typeface="Microsoft YaHei"/>
                <a:cs typeface="Microsoft YaHei"/>
              </a:rPr>
              <a:t>KEV</a:t>
            </a:r>
          </a:p>
        </p:txBody>
      </p:sp>
      <p:sp>
        <p:nvSpPr>
          <p:cNvPr id="18" name="仅 KEV 置位">
            <a:extLst xmlns:a="http://schemas.openxmlformats.org/drawingml/2006/main">
              <a:ext uri="{FF2B5EF4-FFF2-40B4-BE49-F238E27FC236}">
                <a16:creationId xmlns:a16="http://schemas.microsoft.com/office/drawing/2014/main" id="{C6606047-7EFA-4006-A2B4-A34213E7E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809875"/>
            <a:ext cx="29146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575" b="0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ctr">
              <a:defRPr sz="1575" b="0">
                <a:solidFill>
                  <a:srgbClr val="233E54"/>
                </a:solidFill>
              </a:defRPr>
            </a:pPr>
            <a:r>
              <a:rPr sz="1575" b="0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仅 KEV 置位</a:t>
            </a:r>
          </a:p>
        </p:txBody>
      </p:sp>
      <p:sp>
        <p:nvSpPr>
          <p:cNvPr id="19" name="3">
            <a:extLst xmlns:a="http://schemas.openxmlformats.org/drawingml/2006/main">
              <a:ext uri="{FF2B5EF4-FFF2-40B4-BE49-F238E27FC236}">
                <a16:creationId xmlns:a16="http://schemas.microsoft.com/office/drawing/2014/main" id="{DC444E15-A3F4-4C7F-AEB5-A921D7FC1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21336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7DC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500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20" name="boundary">
            <a:extLst xmlns:a="http://schemas.openxmlformats.org/drawingml/2006/main">
              <a:ext uri="{FF2B5EF4-FFF2-40B4-BE49-F238E27FC236}">
                <a16:creationId xmlns:a16="http://schemas.microsoft.com/office/drawing/2014/main" id="{B7C6B05C-F76B-4F43-B6F1-931A413E2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867150"/>
            <a:ext cx="3143250" cy="133350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EAF4FC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</p:sp>
      <p:sp>
        <p:nvSpPr>
          <p:cNvPr id="21" name="CWE">
            <a:extLst xmlns:a="http://schemas.openxmlformats.org/drawingml/2006/main">
              <a:ext uri="{FF2B5EF4-FFF2-40B4-BE49-F238E27FC236}">
                <a16:creationId xmlns:a16="http://schemas.microsoft.com/office/drawing/2014/main" id="{B1357AE3-11C5-471B-90AF-A1C694ED0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962400"/>
            <a:ext cx="2952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800" b="1">
                <a:solidFill>
                  <a:srgbClr val="277DC3"/>
                </a:solidFill>
              </a:defRPr>
            </a:defPPr>
          </a:lstStyle>
          <a:p xmlns:a="http://schemas.openxmlformats.org/drawingml/2006/main">
            <a:pPr algn="ctr">
              <a:defRPr sz="1800" b="1">
                <a:solidFill>
                  <a:srgbClr val="277DC3"/>
                </a:solidFill>
              </a:defRPr>
            </a:pPr>
            <a:r>
              <a:rPr sz="1800" b="1">
                <a:solidFill>
                  <a:srgbClr val="277DC3"/>
                </a:solidFill>
                <a:latin typeface="Microsoft YaHei"/>
                <a:ea typeface="Microsoft YaHei"/>
                <a:cs typeface="Microsoft YaHei"/>
              </a:rPr>
              <a:t>CWE</a:t>
            </a:r>
          </a:p>
        </p:txBody>
      </p:sp>
      <p:sp>
        <p:nvSpPr>
          <p:cNvPr id="22" name="来源字段与规则">
            <a:extLst xmlns:a="http://schemas.openxmlformats.org/drawingml/2006/main">
              <a:ext uri="{FF2B5EF4-FFF2-40B4-BE49-F238E27FC236}">
                <a16:creationId xmlns:a16="http://schemas.microsoft.com/office/drawing/2014/main" id="{2C4421D0-D43B-499C-8CA8-62C155AC9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391025"/>
            <a:ext cx="29146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575" b="0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ctr">
              <a:defRPr sz="1575" b="0">
                <a:solidFill>
                  <a:srgbClr val="233E54"/>
                </a:solidFill>
              </a:defRPr>
            </a:pPr>
            <a:r>
              <a:rPr sz="1575" b="0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来源字段与规则</a:t>
            </a:r>
          </a:p>
        </p:txBody>
      </p:sp>
      <p:sp>
        <p:nvSpPr>
          <p:cNvPr id="23" name="4">
            <a:extLst xmlns:a="http://schemas.openxmlformats.org/drawingml/2006/main">
              <a:ext uri="{FF2B5EF4-FFF2-40B4-BE49-F238E27FC236}">
                <a16:creationId xmlns:a16="http://schemas.microsoft.com/office/drawing/2014/main" id="{3239BC6F-51EC-4AE6-9A66-1116630BB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7147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7DC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500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24" name="boundary">
            <a:extLst xmlns:a="http://schemas.openxmlformats.org/drawingml/2006/main">
              <a:ext uri="{FF2B5EF4-FFF2-40B4-BE49-F238E27FC236}">
                <a16:creationId xmlns:a16="http://schemas.microsoft.com/office/drawing/2014/main" id="{D4CA94B5-811E-4C57-8B14-844468C4A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3867150"/>
            <a:ext cx="3143250" cy="133350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E5F0DA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</p:sp>
      <p:sp>
        <p:nvSpPr>
          <p:cNvPr id="25" name="ATLAS">
            <a:extLst xmlns:a="http://schemas.openxmlformats.org/drawingml/2006/main">
              <a:ext uri="{FF2B5EF4-FFF2-40B4-BE49-F238E27FC236}">
                <a16:creationId xmlns:a16="http://schemas.microsoft.com/office/drawing/2014/main" id="{926A3F96-CA29-4758-A22F-EE0C13411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3962400"/>
            <a:ext cx="2952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800" b="1">
                <a:solidFill>
                  <a:srgbClr val="547D45"/>
                </a:solidFill>
              </a:defRPr>
            </a:defPPr>
          </a:lstStyle>
          <a:p xmlns:a="http://schemas.openxmlformats.org/drawingml/2006/main">
            <a:pPr algn="ctr">
              <a:defRPr sz="1800" b="1">
                <a:solidFill>
                  <a:srgbClr val="547D45"/>
                </a:solidFill>
              </a:defRPr>
            </a:pPr>
            <a:r>
              <a:rPr sz="1800" b="1">
                <a:solidFill>
                  <a:srgbClr val="547D45"/>
                </a:solidFill>
                <a:latin typeface="Microsoft YaHei"/>
                <a:ea typeface="Microsoft YaHei"/>
                <a:cs typeface="Microsoft YaHei"/>
              </a:rPr>
              <a:t>ATLAS</a:t>
            </a:r>
          </a:p>
        </p:txBody>
      </p:sp>
      <p:sp>
        <p:nvSpPr>
          <p:cNvPr id="26" name="规则召回 + LLM">
            <a:extLst xmlns:a="http://schemas.openxmlformats.org/drawingml/2006/main">
              <a:ext uri="{FF2B5EF4-FFF2-40B4-BE49-F238E27FC236}">
                <a16:creationId xmlns:a16="http://schemas.microsoft.com/office/drawing/2014/main" id="{1779D742-665F-4B64-B332-FB3CAE8D5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4391025"/>
            <a:ext cx="29146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575" b="0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ctr">
              <a:defRPr sz="1575" b="0">
                <a:solidFill>
                  <a:srgbClr val="233E54"/>
                </a:solidFill>
              </a:defRPr>
            </a:pPr>
            <a:r>
              <a:rPr sz="1575" b="0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规则召回 + LLM</a:t>
            </a:r>
          </a:p>
        </p:txBody>
      </p:sp>
      <p:sp>
        <p:nvSpPr>
          <p:cNvPr id="27" name="5">
            <a:extLst xmlns:a="http://schemas.openxmlformats.org/drawingml/2006/main">
              <a:ext uri="{FF2B5EF4-FFF2-40B4-BE49-F238E27FC236}">
                <a16:creationId xmlns:a16="http://schemas.microsoft.com/office/drawing/2014/main" id="{DEA4CFA3-577E-4D1B-8545-B3651A82F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4325" y="37147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47D4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500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28" name="boundary">
            <a:extLst xmlns:a="http://schemas.openxmlformats.org/drawingml/2006/main">
              <a:ext uri="{FF2B5EF4-FFF2-40B4-BE49-F238E27FC236}">
                <a16:creationId xmlns:a16="http://schemas.microsoft.com/office/drawing/2014/main" id="{E3B5F359-B8D1-4F1A-BF21-21854D4D8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867150"/>
            <a:ext cx="3143250" cy="133350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EAF4FC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</p:sp>
      <p:sp>
        <p:nvSpPr>
          <p:cNvPr id="29" name="受影响与修复版本">
            <a:extLst xmlns:a="http://schemas.openxmlformats.org/drawingml/2006/main">
              <a:ext uri="{FF2B5EF4-FFF2-40B4-BE49-F238E27FC236}">
                <a16:creationId xmlns:a16="http://schemas.microsoft.com/office/drawing/2014/main" id="{24D930C5-567E-4DF9-AEB6-0F663E455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962400"/>
            <a:ext cx="2952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800" b="1">
                <a:solidFill>
                  <a:srgbClr val="277DC3"/>
                </a:solidFill>
              </a:defRPr>
            </a:defPPr>
          </a:lstStyle>
          <a:p xmlns:a="http://schemas.openxmlformats.org/drawingml/2006/main">
            <a:pPr algn="ctr">
              <a:defRPr sz="1800" b="1">
                <a:solidFill>
                  <a:srgbClr val="277DC3"/>
                </a:solidFill>
              </a:defRPr>
            </a:pPr>
            <a:r>
              <a:rPr sz="1800" b="1">
                <a:solidFill>
                  <a:srgbClr val="277DC3"/>
                </a:solidFill>
                <a:latin typeface="Microsoft YaHei"/>
                <a:ea typeface="Microsoft YaHei"/>
                <a:cs typeface="Microsoft YaHei"/>
              </a:rPr>
              <a:t>受影响与修复版本</a:t>
            </a:r>
          </a:p>
        </p:txBody>
      </p:sp>
      <p:sp>
        <p:nvSpPr>
          <p:cNvPr id="30" name="OSV 区间语义">
            <a:extLst xmlns:a="http://schemas.openxmlformats.org/drawingml/2006/main">
              <a:ext uri="{FF2B5EF4-FFF2-40B4-BE49-F238E27FC236}">
                <a16:creationId xmlns:a16="http://schemas.microsoft.com/office/drawing/2014/main" id="{5C064C1D-D297-4560-9CB2-30DAD3894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391025"/>
            <a:ext cx="29146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575" b="0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ctr">
              <a:defRPr sz="1575" b="0">
                <a:solidFill>
                  <a:srgbClr val="233E54"/>
                </a:solidFill>
              </a:defRPr>
            </a:pPr>
            <a:r>
              <a:rPr sz="1575" b="0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OSV 区间语义</a:t>
            </a:r>
          </a:p>
        </p:txBody>
      </p:sp>
      <p:sp>
        <p:nvSpPr>
          <p:cNvPr id="31" name="6">
            <a:extLst xmlns:a="http://schemas.openxmlformats.org/drawingml/2006/main">
              <a:ext uri="{FF2B5EF4-FFF2-40B4-BE49-F238E27FC236}">
                <a16:creationId xmlns:a16="http://schemas.microsoft.com/office/drawing/2014/main" id="{2389FCC4-1E85-4F9C-A920-B19801D5B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37147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7DC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500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6</a:t>
            </a:r>
          </a:p>
        </p:txBody>
      </p:sp>
      <p:sp>
        <p:nvSpPr>
          <p:cNvPr id="32" name="boundary">
            <a:extLst xmlns:a="http://schemas.openxmlformats.org/drawingml/2006/main">
              <a:ext uri="{FF2B5EF4-FFF2-40B4-BE49-F238E27FC236}">
                <a16:creationId xmlns:a16="http://schemas.microsoft.com/office/drawing/2014/main" id="{BCC69B7D-AFAC-49D9-A1C3-58E6D189D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448300"/>
            <a:ext cx="3143250" cy="133350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E5F0DA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</p:sp>
      <p:sp>
        <p:nvSpPr>
          <p:cNvPr id="33" name="论文与文章">
            <a:extLst xmlns:a="http://schemas.openxmlformats.org/drawingml/2006/main">
              <a:ext uri="{FF2B5EF4-FFF2-40B4-BE49-F238E27FC236}">
                <a16:creationId xmlns:a16="http://schemas.microsoft.com/office/drawing/2014/main" id="{BA587EE9-47FB-447B-A138-B985F1ABF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543550"/>
            <a:ext cx="2952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800" b="1">
                <a:solidFill>
                  <a:srgbClr val="547D45"/>
                </a:solidFill>
              </a:defRPr>
            </a:defPPr>
          </a:lstStyle>
          <a:p xmlns:a="http://schemas.openxmlformats.org/drawingml/2006/main">
            <a:pPr algn="ctr">
              <a:defRPr sz="1800" b="1">
                <a:solidFill>
                  <a:srgbClr val="547D45"/>
                </a:solidFill>
              </a:defRPr>
            </a:pPr>
            <a:r>
              <a:rPr sz="1800" b="1">
                <a:solidFill>
                  <a:srgbClr val="547D45"/>
                </a:solidFill>
                <a:latin typeface="Microsoft YaHei"/>
                <a:ea typeface="Microsoft YaHei"/>
                <a:cs typeface="Microsoft YaHei"/>
              </a:rPr>
              <a:t>论文与文章</a:t>
            </a:r>
          </a:p>
        </p:txBody>
      </p:sp>
      <p:sp>
        <p:nvSpPr>
          <p:cNvPr id="34" name="嵌入 + 组件共现">
            <a:extLst xmlns:a="http://schemas.openxmlformats.org/drawingml/2006/main">
              <a:ext uri="{FF2B5EF4-FFF2-40B4-BE49-F238E27FC236}">
                <a16:creationId xmlns:a16="http://schemas.microsoft.com/office/drawing/2014/main" id="{42866A40-5A6C-45ED-9BB8-9D681CA88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972175"/>
            <a:ext cx="29146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575" b="0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ctr">
              <a:defRPr sz="1575" b="0">
                <a:solidFill>
                  <a:srgbClr val="233E54"/>
                </a:solidFill>
              </a:defRPr>
            </a:pPr>
            <a:r>
              <a:rPr sz="1575" b="0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嵌入 + 组件共现</a:t>
            </a:r>
          </a:p>
        </p:txBody>
      </p:sp>
      <p:sp>
        <p:nvSpPr>
          <p:cNvPr id="35" name="7">
            <a:extLst xmlns:a="http://schemas.openxmlformats.org/drawingml/2006/main">
              <a:ext uri="{FF2B5EF4-FFF2-40B4-BE49-F238E27FC236}">
                <a16:creationId xmlns:a16="http://schemas.microsoft.com/office/drawing/2014/main" id="{93A16096-F1F7-4C3A-AF53-04C4FAE7D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47D4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500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7</a:t>
            </a:r>
          </a:p>
        </p:txBody>
      </p:sp>
      <p:sp>
        <p:nvSpPr>
          <p:cNvPr id="36" name="boundary">
            <a:extLst xmlns:a="http://schemas.openxmlformats.org/drawingml/2006/main">
              <a:ext uri="{FF2B5EF4-FFF2-40B4-BE49-F238E27FC236}">
                <a16:creationId xmlns:a16="http://schemas.microsoft.com/office/drawing/2014/main" id="{D12D8DA0-D3BB-42B3-B1FE-58E5310CC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5448300"/>
            <a:ext cx="3143250" cy="133350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FFF1CB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</p:sp>
      <p:sp>
        <p:nvSpPr>
          <p:cNvPr id="37" name="PoC 存在性">
            <a:extLst xmlns:a="http://schemas.openxmlformats.org/drawingml/2006/main">
              <a:ext uri="{FF2B5EF4-FFF2-40B4-BE49-F238E27FC236}">
                <a16:creationId xmlns:a16="http://schemas.microsoft.com/office/drawing/2014/main" id="{76F44368-786F-4DBC-A57B-5D7332A0B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5543550"/>
            <a:ext cx="2952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800" b="1">
                <a:solidFill>
                  <a:srgbClr val="A67A20"/>
                </a:solidFill>
              </a:defRPr>
            </a:defPPr>
          </a:lstStyle>
          <a:p xmlns:a="http://schemas.openxmlformats.org/drawingml/2006/main">
            <a:pPr algn="ctr">
              <a:defRPr sz="1800" b="1">
                <a:solidFill>
                  <a:srgbClr val="A67A20"/>
                </a:solidFill>
              </a:defRPr>
            </a:pPr>
            <a:r>
              <a:rPr sz="1800" b="1">
                <a:solidFill>
                  <a:srgbClr val="A67A20"/>
                </a:solidFill>
                <a:latin typeface="Microsoft YaHei"/>
                <a:ea typeface="Microsoft YaHei"/>
                <a:cs typeface="Microsoft YaHei"/>
              </a:rPr>
              <a:t>PoC 存在性</a:t>
            </a:r>
          </a:p>
        </p:txBody>
      </p:sp>
      <p:sp>
        <p:nvSpPr>
          <p:cNvPr id="38" name="仅链接与标题">
            <a:extLst xmlns:a="http://schemas.openxmlformats.org/drawingml/2006/main">
              <a:ext uri="{FF2B5EF4-FFF2-40B4-BE49-F238E27FC236}">
                <a16:creationId xmlns:a16="http://schemas.microsoft.com/office/drawing/2014/main" id="{E61ACE3B-7C5C-4BA5-83E1-1F2D73827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5972175"/>
            <a:ext cx="29146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575" b="0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ctr">
              <a:defRPr sz="1575" b="0">
                <a:solidFill>
                  <a:srgbClr val="233E54"/>
                </a:solidFill>
              </a:defRPr>
            </a:pPr>
            <a:r>
              <a:rPr sz="1575" b="0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仅链接与标题</a:t>
            </a:r>
          </a:p>
        </p:txBody>
      </p:sp>
      <p:sp>
        <p:nvSpPr>
          <p:cNvPr id="39" name="8">
            <a:extLst xmlns:a="http://schemas.openxmlformats.org/drawingml/2006/main">
              <a:ext uri="{FF2B5EF4-FFF2-40B4-BE49-F238E27FC236}">
                <a16:creationId xmlns:a16="http://schemas.microsoft.com/office/drawing/2014/main" id="{2517F300-A401-4278-8B29-003ABED96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4325" y="52959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67A2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500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8</a:t>
            </a:r>
          </a:p>
        </p:txBody>
      </p:sp>
      <p:sp>
        <p:nvSpPr>
          <p:cNvPr id="40" name="boundary">
            <a:extLst xmlns:a="http://schemas.openxmlformats.org/drawingml/2006/main">
              <a:ext uri="{FF2B5EF4-FFF2-40B4-BE49-F238E27FC236}">
                <a16:creationId xmlns:a16="http://schemas.microsoft.com/office/drawing/2014/main" id="{90A53CA2-88AC-4752-99C0-471E48F10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5448300"/>
            <a:ext cx="3143250" cy="133350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FFF1CB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</p:sp>
      <p:sp>
        <p:nvSpPr>
          <p:cNvPr id="41" name="公网暴露面">
            <a:extLst xmlns:a="http://schemas.openxmlformats.org/drawingml/2006/main">
              <a:ext uri="{FF2B5EF4-FFF2-40B4-BE49-F238E27FC236}">
                <a16:creationId xmlns:a16="http://schemas.microsoft.com/office/drawing/2014/main" id="{E9F8C7DB-C2AA-4FBF-B0DF-0B1000915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5543550"/>
            <a:ext cx="2952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800" b="1">
                <a:solidFill>
                  <a:srgbClr val="A67A20"/>
                </a:solidFill>
              </a:defRPr>
            </a:defPPr>
          </a:lstStyle>
          <a:p xmlns:a="http://schemas.openxmlformats.org/drawingml/2006/main">
            <a:pPr algn="ctr">
              <a:defRPr sz="1800" b="1">
                <a:solidFill>
                  <a:srgbClr val="A67A20"/>
                </a:solidFill>
              </a:defRPr>
            </a:pPr>
            <a:r>
              <a:rPr sz="1800" b="1">
                <a:solidFill>
                  <a:srgbClr val="A67A20"/>
                </a:solidFill>
                <a:latin typeface="Microsoft YaHei"/>
                <a:ea typeface="Microsoft YaHei"/>
                <a:cs typeface="Microsoft YaHei"/>
              </a:rPr>
              <a:t>公网暴露面</a:t>
            </a:r>
          </a:p>
        </p:txBody>
      </p:sp>
      <p:sp>
        <p:nvSpPr>
          <p:cNvPr id="42" name="仅聚合计数">
            <a:extLst xmlns:a="http://schemas.openxmlformats.org/drawingml/2006/main">
              <a:ext uri="{FF2B5EF4-FFF2-40B4-BE49-F238E27FC236}">
                <a16:creationId xmlns:a16="http://schemas.microsoft.com/office/drawing/2014/main" id="{14811770-A2A9-42D0-9F30-0B965882C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5972175"/>
            <a:ext cx="29146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575" b="0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ctr">
              <a:defRPr sz="1575" b="0">
                <a:solidFill>
                  <a:srgbClr val="233E54"/>
                </a:solidFill>
              </a:defRPr>
            </a:pPr>
            <a:r>
              <a:rPr sz="1575" b="0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仅聚合计数</a:t>
            </a:r>
          </a:p>
        </p:txBody>
      </p:sp>
      <p:sp>
        <p:nvSpPr>
          <p:cNvPr id="43" name="9">
            <a:extLst xmlns:a="http://schemas.openxmlformats.org/drawingml/2006/main">
              <a:ext uri="{FF2B5EF4-FFF2-40B4-BE49-F238E27FC236}">
                <a16:creationId xmlns:a16="http://schemas.microsoft.com/office/drawing/2014/main" id="{745E6DF9-8169-4A5E-83F6-49E72BCB5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52959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67A2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500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9</a:t>
            </a:r>
          </a:p>
        </p:txBody>
      </p:sp>
      <p:sp>
        <p:nvSpPr>
          <p:cNvPr id="44" name="蓝色：规则与确定性信息；绿色：弱关联须 Critic 校验；黄色：合规边界">
            <a:extLst xmlns:a="http://schemas.openxmlformats.org/drawingml/2006/main">
              <a:ext uri="{FF2B5EF4-FFF2-40B4-BE49-F238E27FC236}">
                <a16:creationId xmlns:a16="http://schemas.microsoft.com/office/drawing/2014/main" id="{0EE18658-B993-41FA-B984-F96E3FEB4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7353300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350" b="0">
                <a:solidFill>
                  <a:srgbClr val="657D8E"/>
                </a:solidFill>
              </a:defRPr>
            </a:defPPr>
          </a:lstStyle>
          <a:p xmlns:a="http://schemas.openxmlformats.org/drawingml/2006/main">
            <a:pPr algn="ctr">
              <a:defRPr sz="1350" b="0">
                <a:solidFill>
                  <a:srgbClr val="657D8E"/>
                </a:solidFill>
              </a:defRPr>
            </a:pPr>
            <a:r>
              <a:rPr sz="1350" b="0">
                <a:solidFill>
                  <a:srgbClr val="657D8E"/>
                </a:solidFill>
                <a:latin typeface="Microsoft YaHei"/>
                <a:ea typeface="Microsoft YaHei"/>
                <a:cs typeface="Microsoft YaHei"/>
              </a:rPr>
              <a:t>蓝色：规则与确定性信息；绿色：弱关联须 Critic 校验；黄色：合规边界</a:t>
            </a:r>
          </a:p>
        </p:txBody>
      </p:sp>
    </p:spTree>
    <p:extLst>
      <p:ext uri="{BB962C8B-B14F-4D97-AF65-F5344CB8AC3E}">
        <p14:creationId xmlns:p14="http://schemas.microsoft.com/office/powerpoint/2010/main" val="1256139045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05DAAD6-B627-4371-BA50-FC814345A2FE}"/>
              </a:ext>
            </a:extLst>
          </p:cNvPr>
          <p:cNvCxnSpPr>
            <a:stCxn xmlns:a="http://schemas.openxmlformats.org/drawingml/2006/main" id="14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 flipH="1">
            <a:off x="3762375" y="4915377"/>
            <a:ext cx="953" cy="3238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77DC3"/>
            </a:solidFill>
            <a:prstDash val="solid"/>
            <a:tailEnd type="triangle" w="sm" len="sm"/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80AEA2E-B2A9-4DDD-8335-78AA64EC9A13}"/>
              </a:ext>
            </a:extLst>
          </p:cNvPr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 flipH="1">
            <a:off x="3762375" y="3210402"/>
            <a:ext cx="953" cy="3238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77DC3"/>
            </a:solidFill>
            <a:prstDash val="solid"/>
            <a:tailEnd type="triangle" w="sm" len="sm"/>
          </a:ln>
        </p:spPr>
      </p:cxnSp>
      <p:sp>
        <p:nvSpPr>
          <p:cNvPr id="27" name="F-13">
            <a:extLst xmlns:a="http://schemas.openxmlformats.org/drawingml/2006/main">
              <a:ext uri="{FF2B5EF4-FFF2-40B4-BE49-F238E27FC236}">
                <a16:creationId xmlns:a16="http://schemas.microsoft.com/office/drawing/2014/main" id="{60899AB7-A2EF-4CFC-BCCE-FF31101CE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9075"/>
            <a:ext cx="95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l">
              <a:defRPr sz="1650" b="1">
                <a:solidFill>
                  <a:srgbClr val="277DC3"/>
                </a:solidFill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277DC3"/>
                </a:solidFill>
              </a:defRPr>
            </a:pPr>
            <a:r>
              <a:rPr sz="1650" b="1">
                <a:solidFill>
                  <a:srgbClr val="277DC3"/>
                </a:solidFill>
                <a:latin typeface="Microsoft YaHei"/>
                <a:ea typeface="Microsoft YaHei"/>
                <a:cs typeface="Microsoft YaHei"/>
              </a:rPr>
              <a:t>F-13</a:t>
            </a:r>
          </a:p>
        </p:txBody>
      </p:sp>
      <p:sp>
        <p:nvSpPr>
          <p:cNvPr id="2" name="暴露面计数的语法校准">
            <a:extLst xmlns:a="http://schemas.openxmlformats.org/drawingml/2006/main">
              <a:ext uri="{FF2B5EF4-FFF2-40B4-BE49-F238E27FC236}">
                <a16:creationId xmlns:a16="http://schemas.microsoft.com/office/drawing/2014/main" id="{0A2E3251-7077-4283-A385-AED5925FE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152400"/>
            <a:ext cx="9525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l">
              <a:defRPr sz="2400" b="1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233E54"/>
                </a:solidFill>
              </a:defRPr>
            </a:pPr>
            <a:r>
              <a:rPr sz="2400" b="1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暴露面计数的语法校准</a:t>
            </a:r>
          </a:p>
        </p:txBody>
      </p:sp>
      <p:sp>
        <p:nvSpPr>
          <p:cNvPr id="3" name="boundary">
            <a:extLst xmlns:a="http://schemas.openxmlformats.org/drawingml/2006/main">
              <a:ext uri="{FF2B5EF4-FFF2-40B4-BE49-F238E27FC236}">
                <a16:creationId xmlns:a16="http://schemas.microsoft.com/office/drawing/2014/main" id="{3B251B28-2995-4394-8CDC-B328B1D54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28675"/>
            <a:ext cx="10515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C4D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Quake 暴露面口径收窄">
            <a:extLst xmlns:a="http://schemas.openxmlformats.org/drawingml/2006/main">
              <a:ext uri="{FF2B5EF4-FFF2-40B4-BE49-F238E27FC236}">
                <a16:creationId xmlns:a16="http://schemas.microsoft.com/office/drawing/2014/main" id="{B4896C97-EAB5-43CB-B3FE-E752A4451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152525"/>
            <a:ext cx="6191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l">
              <a:defRPr sz="2100" b="1">
                <a:solidFill>
                  <a:srgbClr val="277DC3"/>
                </a:solidFill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277DC3"/>
                </a:solidFill>
              </a:defRPr>
            </a:pPr>
            <a:r>
              <a:rPr sz="2100" b="1">
                <a:solidFill>
                  <a:srgbClr val="277DC3"/>
                </a:solidFill>
                <a:latin typeface="Microsoft YaHei"/>
                <a:ea typeface="Microsoft YaHei"/>
                <a:cs typeface="Microsoft YaHei"/>
              </a:rPr>
              <a:t>Quake 暴露面口径收窄</a:t>
            </a:r>
          </a:p>
        </p:txBody>
      </p:sp>
      <p:sp>
        <p:nvSpPr>
          <p:cNvPr id="5" name="layer surface">
            <a:extLst xmlns:a="http://schemas.openxmlformats.org/drawingml/2006/main">
              <a:ext uri="{FF2B5EF4-FFF2-40B4-BE49-F238E27FC236}">
                <a16:creationId xmlns:a16="http://schemas.microsoft.com/office/drawing/2014/main" id="{F0068C48-B84B-435C-A86F-429681B76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895475"/>
            <a:ext cx="6286500" cy="1266825"/>
          </a:xfrm>
          <a:custGeom xmlns:a="http://schemas.openxmlformats.org/drawingml/2006/main">
            <a:pathLst>
              <a:path w="6286500" h="1266825">
                <a:moveTo>
                  <a:pt x="0" y="0"/>
                </a:moveTo>
                <a:lnTo>
                  <a:pt x="6286500" y="0"/>
                </a:lnTo>
                <a:lnTo>
                  <a:pt x="5857875" y="1266825"/>
                </a:lnTo>
                <a:lnTo>
                  <a:pt x="428625" y="1266825"/>
                </a:lnTo>
                <a:close/>
              </a:path>
            </a:pathLst>
          </a:custGeom>
          <a:solidFill xmlns:a="http://schemas.openxmlformats.org/drawingml/2006/main">
            <a:srgbClr val="F3F6F8"/>
          </a:solidFill>
          <a:ln xmlns:a="http://schemas.openxmlformats.org/drawingml/2006/main" w="9525">
            <a:solidFill>
              <a:srgbClr val="A6C4DB"/>
            </a:solidFill>
          </a:ln>
        </p:spPr>
      </p:sp>
      <p:sp>
        <p:nvSpPr>
          <p:cNvPr id="6" name="823 690">
            <a:extLst xmlns:a="http://schemas.openxmlformats.org/drawingml/2006/main">
              <a:ext uri="{FF2B5EF4-FFF2-40B4-BE49-F238E27FC236}">
                <a16:creationId xmlns:a16="http://schemas.microsoft.com/office/drawing/2014/main" id="{EDE1F22C-CBC1-4A12-BAA5-97716DC0D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990725"/>
            <a:ext cx="5524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3450" b="1">
                <a:solidFill>
                  <a:srgbClr val="657D8E"/>
                </a:solidFill>
              </a:defRPr>
            </a:defPPr>
          </a:lstStyle>
          <a:p xmlns:a="http://schemas.openxmlformats.org/drawingml/2006/main">
            <a:pPr algn="ctr">
              <a:defRPr sz="3450" b="1">
                <a:solidFill>
                  <a:srgbClr val="657D8E"/>
                </a:solidFill>
              </a:defRPr>
            </a:pPr>
            <a:r>
              <a:rPr sz="3450" b="1">
                <a:solidFill>
                  <a:srgbClr val="657D8E"/>
                </a:solidFill>
                <a:latin typeface="Microsoft YaHei"/>
                <a:ea typeface="Microsoft YaHei"/>
                <a:cs typeface="Microsoft YaHei"/>
              </a:rPr>
              <a:t>823 690</a:t>
            </a:r>
          </a:p>
        </p:txBody>
      </p:sp>
      <p:sp>
        <p:nvSpPr>
          <p:cNvPr id="7" name="宽口径，仅作上限参考">
            <a:extLst xmlns:a="http://schemas.openxmlformats.org/drawingml/2006/main">
              <a:ext uri="{FF2B5EF4-FFF2-40B4-BE49-F238E27FC236}">
                <a16:creationId xmlns:a16="http://schemas.microsoft.com/office/drawing/2014/main" id="{9752EC45-949D-4C7F-9163-3CCBD0AC2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28900"/>
            <a:ext cx="600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650" b="0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ctr">
              <a:defRPr sz="1650" b="0">
                <a:solidFill>
                  <a:srgbClr val="233E54"/>
                </a:solidFill>
              </a:defRPr>
            </a:pPr>
            <a:r>
              <a:rPr sz="1650" b="0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宽口径，仅作上限参考</a:t>
            </a:r>
          </a:p>
        </p:txBody>
      </p:sp>
      <p:sp>
        <p:nvSpPr>
          <p:cNvPr id="8" name="boundary">
            <a:extLst xmlns:a="http://schemas.openxmlformats.org/drawingml/2006/main">
              <a:ext uri="{FF2B5EF4-FFF2-40B4-BE49-F238E27FC236}">
                <a16:creationId xmlns:a16="http://schemas.microsoft.com/office/drawing/2014/main" id="{421BBB0F-1156-4EAC-9F2A-ADC3EC392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32099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9" name="boundary">
            <a:extLst xmlns:a="http://schemas.openxmlformats.org/drawingml/2006/main">
              <a:ext uri="{FF2B5EF4-FFF2-40B4-BE49-F238E27FC236}">
                <a16:creationId xmlns:a16="http://schemas.microsoft.com/office/drawing/2014/main" id="{89A9ED97-2C97-400B-A841-447085F8D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35337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1" name="layer surface">
            <a:extLst xmlns:a="http://schemas.openxmlformats.org/drawingml/2006/main">
              <a:ext uri="{FF2B5EF4-FFF2-40B4-BE49-F238E27FC236}">
                <a16:creationId xmlns:a16="http://schemas.microsoft.com/office/drawing/2014/main" id="{88FEEA69-DA51-4A3E-A819-6442B11B4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3600450"/>
            <a:ext cx="5334000" cy="1266825"/>
          </a:xfrm>
          <a:custGeom xmlns:a="http://schemas.openxmlformats.org/drawingml/2006/main">
            <a:pathLst>
              <a:path w="5334000" h="1266825">
                <a:moveTo>
                  <a:pt x="0" y="0"/>
                </a:moveTo>
                <a:lnTo>
                  <a:pt x="5334000" y="0"/>
                </a:lnTo>
                <a:lnTo>
                  <a:pt x="4905375" y="1266825"/>
                </a:lnTo>
                <a:lnTo>
                  <a:pt x="428625" y="1266825"/>
                </a:lnTo>
                <a:close/>
              </a:path>
            </a:pathLst>
          </a:custGeom>
          <a:solidFill xmlns:a="http://schemas.openxmlformats.org/drawingml/2006/main">
            <a:srgbClr val="EAF4FC"/>
          </a:solidFill>
          <a:ln xmlns:a="http://schemas.openxmlformats.org/drawingml/2006/main" w="9525">
            <a:solidFill>
              <a:srgbClr val="A6C4DB"/>
            </a:solidFill>
          </a:ln>
        </p:spPr>
      </p:sp>
      <p:sp>
        <p:nvSpPr>
          <p:cNvPr id="12" name="172 411">
            <a:extLst xmlns:a="http://schemas.openxmlformats.org/drawingml/2006/main">
              <a:ext uri="{FF2B5EF4-FFF2-40B4-BE49-F238E27FC236}">
                <a16:creationId xmlns:a16="http://schemas.microsoft.com/office/drawing/2014/main" id="{0A0E9FD0-72DC-495A-8F57-55CE3A20E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3695700"/>
            <a:ext cx="4572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3450" b="1">
                <a:solidFill>
                  <a:srgbClr val="277DC3"/>
                </a:solidFill>
              </a:defRPr>
            </a:defPPr>
          </a:lstStyle>
          <a:p xmlns:a="http://schemas.openxmlformats.org/drawingml/2006/main">
            <a:pPr algn="ctr">
              <a:defRPr sz="3450" b="1">
                <a:solidFill>
                  <a:srgbClr val="277DC3"/>
                </a:solidFill>
              </a:defRPr>
            </a:pPr>
            <a:r>
              <a:rPr sz="3450" b="1">
                <a:solidFill>
                  <a:srgbClr val="277DC3"/>
                </a:solidFill>
                <a:latin typeface="Microsoft YaHei"/>
                <a:ea typeface="Microsoft YaHei"/>
                <a:cs typeface="Microsoft YaHei"/>
              </a:rPr>
              <a:t>172 411</a:t>
            </a:r>
          </a:p>
        </p:txBody>
      </p:sp>
      <p:sp>
        <p:nvSpPr>
          <p:cNvPr id="13" name="收窄全球：端口 + 响应特征">
            <a:extLst xmlns:a="http://schemas.openxmlformats.org/drawingml/2006/main">
              <a:ext uri="{FF2B5EF4-FFF2-40B4-BE49-F238E27FC236}">
                <a16:creationId xmlns:a16="http://schemas.microsoft.com/office/drawing/2014/main" id="{3BAC2AF4-DA3D-4996-91DB-CDFE20C1F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333875"/>
            <a:ext cx="504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650" b="0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ctr">
              <a:defRPr sz="1650" b="0">
                <a:solidFill>
                  <a:srgbClr val="233E54"/>
                </a:solidFill>
              </a:defRPr>
            </a:pPr>
            <a:r>
              <a:rPr sz="1650" b="0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收窄全球：端口 + 响应特征</a:t>
            </a:r>
          </a:p>
        </p:txBody>
      </p:sp>
      <p:sp>
        <p:nvSpPr>
          <p:cNvPr id="14" name="boundary">
            <a:extLst xmlns:a="http://schemas.openxmlformats.org/drawingml/2006/main">
              <a:ext uri="{FF2B5EF4-FFF2-40B4-BE49-F238E27FC236}">
                <a16:creationId xmlns:a16="http://schemas.microsoft.com/office/drawing/2014/main" id="{8000A800-12A9-481D-BB03-2FAA79724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49149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5" name="boundary">
            <a:extLst xmlns:a="http://schemas.openxmlformats.org/drawingml/2006/main">
              <a:ext uri="{FF2B5EF4-FFF2-40B4-BE49-F238E27FC236}">
                <a16:creationId xmlns:a16="http://schemas.microsoft.com/office/drawing/2014/main" id="{FB95D179-CF54-41D0-A6D7-FBB20CB49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52387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7" name="layer surface">
            <a:extLst xmlns:a="http://schemas.openxmlformats.org/drawingml/2006/main">
              <a:ext uri="{FF2B5EF4-FFF2-40B4-BE49-F238E27FC236}">
                <a16:creationId xmlns:a16="http://schemas.microsoft.com/office/drawing/2014/main" id="{9E2538D3-CC70-4998-845E-28655C3CE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5305425"/>
            <a:ext cx="4191000" cy="1266825"/>
          </a:xfrm>
          <a:custGeom xmlns:a="http://schemas.openxmlformats.org/drawingml/2006/main">
            <a:pathLst>
              <a:path w="4191000" h="1266825">
                <a:moveTo>
                  <a:pt x="0" y="0"/>
                </a:moveTo>
                <a:lnTo>
                  <a:pt x="4191000" y="0"/>
                </a:lnTo>
                <a:lnTo>
                  <a:pt x="3762375" y="1266825"/>
                </a:lnTo>
                <a:lnTo>
                  <a:pt x="428625" y="1266825"/>
                </a:lnTo>
                <a:close/>
              </a:path>
            </a:pathLst>
          </a:custGeom>
          <a:solidFill xmlns:a="http://schemas.openxmlformats.org/drawingml/2006/main">
            <a:srgbClr val="E5F0DA"/>
          </a:solidFill>
          <a:ln xmlns:a="http://schemas.openxmlformats.org/drawingml/2006/main" w="9525">
            <a:solidFill>
              <a:srgbClr val="A6C4DB"/>
            </a:solidFill>
          </a:ln>
        </p:spPr>
      </p:sp>
      <p:sp>
        <p:nvSpPr>
          <p:cNvPr id="18" name="51 612">
            <a:extLst xmlns:a="http://schemas.openxmlformats.org/drawingml/2006/main">
              <a:ext uri="{FF2B5EF4-FFF2-40B4-BE49-F238E27FC236}">
                <a16:creationId xmlns:a16="http://schemas.microsoft.com/office/drawing/2014/main" id="{95CD8482-F181-4432-B4C5-E22AA5C61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5400675"/>
            <a:ext cx="3429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3450" b="1">
                <a:solidFill>
                  <a:srgbClr val="547D45"/>
                </a:solidFill>
              </a:defRPr>
            </a:defPPr>
          </a:lstStyle>
          <a:p xmlns:a="http://schemas.openxmlformats.org/drawingml/2006/main">
            <a:pPr algn="ctr">
              <a:defRPr sz="3450" b="1">
                <a:solidFill>
                  <a:srgbClr val="547D45"/>
                </a:solidFill>
              </a:defRPr>
            </a:pPr>
            <a:r>
              <a:rPr sz="3450" b="1">
                <a:solidFill>
                  <a:srgbClr val="547D45"/>
                </a:solidFill>
                <a:latin typeface="Microsoft YaHei"/>
                <a:ea typeface="Microsoft YaHei"/>
                <a:cs typeface="Microsoft YaHei"/>
              </a:rPr>
              <a:t>51 612</a:t>
            </a:r>
          </a:p>
        </p:txBody>
      </p:sp>
      <p:sp>
        <p:nvSpPr>
          <p:cNvPr id="19" name="国内：按平台国家字段">
            <a:extLst xmlns:a="http://schemas.openxmlformats.org/drawingml/2006/main">
              <a:ext uri="{FF2B5EF4-FFF2-40B4-BE49-F238E27FC236}">
                <a16:creationId xmlns:a16="http://schemas.microsoft.com/office/drawing/2014/main" id="{7BD6CA67-D274-493B-A759-5A6F11197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6038850"/>
            <a:ext cx="3905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650" b="0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ctr">
              <a:defRPr sz="1650" b="0">
                <a:solidFill>
                  <a:srgbClr val="233E54"/>
                </a:solidFill>
              </a:defRPr>
            </a:pPr>
            <a:r>
              <a:rPr sz="1650" b="0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国内：按平台国家字段</a:t>
            </a:r>
          </a:p>
        </p:txBody>
      </p:sp>
      <p:sp>
        <p:nvSpPr>
          <p:cNvPr id="20" name="boundary">
            <a:extLst xmlns:a="http://schemas.openxmlformats.org/drawingml/2006/main">
              <a:ext uri="{FF2B5EF4-FFF2-40B4-BE49-F238E27FC236}">
                <a16:creationId xmlns:a16="http://schemas.microsoft.com/office/drawing/2014/main" id="{464FA6AA-E8F3-45F8-AC93-7820D0501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1895475"/>
            <a:ext cx="3286125" cy="4676775"/>
          </a:xfrm>
          <a:prstGeom xmlns:a="http://schemas.openxmlformats.org/drawingml/2006/main" prst="roundRect">
            <a:avLst>
              <a:gd name="adj" fmla="val 5217"/>
            </a:avLst>
          </a:prstGeom>
          <a:solidFill xmlns:a="http://schemas.openxmlformats.org/drawingml/2006/main">
            <a:srgbClr val="FFF1CB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</p:sp>
      <p:sp>
        <p:nvSpPr>
          <p:cNvPr id="21" name="元数据抽样验证">
            <a:extLst xmlns:a="http://schemas.openxmlformats.org/drawingml/2006/main">
              <a:ext uri="{FF2B5EF4-FFF2-40B4-BE49-F238E27FC236}">
                <a16:creationId xmlns:a16="http://schemas.microsoft.com/office/drawing/2014/main" id="{83424834-661A-4FC0-AFEA-29B353D0B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3825" y="1990725"/>
            <a:ext cx="29432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l">
              <a:defRPr sz="1800" b="1">
                <a:solidFill>
                  <a:srgbClr val="A67A20"/>
                </a:solidFill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A67A20"/>
                </a:solidFill>
              </a:defRPr>
            </a:pPr>
            <a:r>
              <a:rPr sz="1800" b="1">
                <a:solidFill>
                  <a:srgbClr val="A67A20"/>
                </a:solidFill>
                <a:latin typeface="Microsoft YaHei"/>
                <a:ea typeface="Microsoft YaHei"/>
                <a:cs typeface="Microsoft YaHei"/>
              </a:rPr>
              <a:t>元数据抽样验证</a:t>
            </a:r>
          </a:p>
        </p:txBody>
      </p:sp>
      <p:sp>
        <p:nvSpPr>
          <p:cNvPr id="22" name="44 / 50">
            <a:extLst xmlns:a="http://schemas.openxmlformats.org/drawingml/2006/main">
              <a:ext uri="{FF2B5EF4-FFF2-40B4-BE49-F238E27FC236}">
                <a16:creationId xmlns:a16="http://schemas.microsoft.com/office/drawing/2014/main" id="{1CBFAFC3-8E05-4CFF-9B6E-E99F7FB42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2705100"/>
            <a:ext cx="292417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3600" b="1">
                <a:solidFill>
                  <a:srgbClr val="A67A20"/>
                </a:solidFill>
              </a:defRPr>
            </a:defPPr>
          </a:lstStyle>
          <a:p xmlns:a="http://schemas.openxmlformats.org/drawingml/2006/main">
            <a:pPr algn="ctr">
              <a:defRPr sz="3600" b="1">
                <a:solidFill>
                  <a:srgbClr val="A67A20"/>
                </a:solidFill>
              </a:defRPr>
            </a:pPr>
            <a:r>
              <a:rPr sz="3600" b="1">
                <a:solidFill>
                  <a:srgbClr val="A67A20"/>
                </a:solidFill>
                <a:latin typeface="Microsoft YaHei"/>
                <a:ea typeface="Microsoft YaHei"/>
                <a:cs typeface="Microsoft YaHei"/>
              </a:rPr>
              <a:t>44 / 50</a:t>
            </a:r>
          </a:p>
        </p:txBody>
      </p:sp>
      <p:sp>
        <p:nvSpPr>
          <p:cNvPr id="23" name="精确率 88% ≥80% verified">
            <a:extLst xmlns:a="http://schemas.openxmlformats.org/drawingml/2006/main">
              <a:ext uri="{FF2B5EF4-FFF2-40B4-BE49-F238E27FC236}">
                <a16:creationId xmlns:a16="http://schemas.microsoft.com/office/drawing/2014/main" id="{1BCDAA44-5D52-491C-B2EE-061BBEB75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3705225"/>
            <a:ext cx="2924175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2025" b="1">
                <a:solidFill>
                  <a:srgbClr val="547D45"/>
                </a:solidFill>
              </a:defRPr>
            </a:defPPr>
          </a:lstStyle>
          <a:p xmlns:a="http://schemas.openxmlformats.org/drawingml/2006/main">
            <a:pPr algn="ctr">
              <a:defRPr sz="2025" b="1">
                <a:solidFill>
                  <a:srgbClr val="547D45"/>
                </a:solidFill>
              </a:defRPr>
            </a:pPr>
            <a:r>
              <a:rPr sz="2025" b="1">
                <a:solidFill>
                  <a:srgbClr val="547D45"/>
                </a:solidFill>
                <a:latin typeface="Microsoft YaHei"/>
                <a:ea typeface="Microsoft YaHei"/>
                <a:cs typeface="Microsoft YaHei"/>
              </a:rPr>
              <a:t>精确率 88% ≥80%</a:t>
            </a:r>
          </a:p>
          <a:p xmlns:a="http://schemas.openxmlformats.org/drawingml/2006/main">
            <a:pPr algn="ctr">
              <a:defRPr sz="2025" b="1">
                <a:solidFill>
                  <a:srgbClr val="547D45"/>
                </a:solidFill>
              </a:defRPr>
            </a:pPr>
            <a:r>
              <a:rPr sz="2025" b="1">
                <a:solidFill>
                  <a:srgbClr val="547D45"/>
                </a:solidFill>
                <a:latin typeface="Microsoft YaHei"/>
                <a:ea typeface="Microsoft YaHei"/>
                <a:cs typeface="Microsoft YaHei"/>
              </a:rPr>
              <a:t>verified</a:t>
            </a:r>
          </a:p>
        </p:txBody>
      </p:sp>
      <p:sp>
        <p:nvSpPr>
          <p:cNvPr id="24" name="抽样时间 19:55 当时总数 172 401">
            <a:extLst xmlns:a="http://schemas.openxmlformats.org/drawingml/2006/main">
              <a:ext uri="{FF2B5EF4-FFF2-40B4-BE49-F238E27FC236}">
                <a16:creationId xmlns:a16="http://schemas.microsoft.com/office/drawing/2014/main" id="{9EC440C2-1222-4F0F-A07C-7CEB29C43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4775" y="4972050"/>
            <a:ext cx="2981325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650" b="0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ctr">
              <a:defRPr sz="1650" b="0">
                <a:solidFill>
                  <a:srgbClr val="233E54"/>
                </a:solidFill>
              </a:defRPr>
            </a:pPr>
            <a:r>
              <a:rPr sz="1650" b="0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抽样时间 19:55</a:t>
            </a:r>
          </a:p>
          <a:p xmlns:a="http://schemas.openxmlformats.org/drawingml/2006/main">
            <a:pPr algn="ctr">
              <a:defRPr sz="1650" b="0">
                <a:solidFill>
                  <a:srgbClr val="233E54"/>
                </a:solidFill>
              </a:defRPr>
            </a:pPr>
            <a:r>
              <a:rPr sz="1650" b="0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当时总数 172 401</a:t>
            </a:r>
          </a:p>
        </p:txBody>
      </p:sp>
      <p:sp>
        <p:nvSpPr>
          <p:cNvPr id="25" name="计数时间 15:57">
            <a:extLst xmlns:a="http://schemas.openxmlformats.org/drawingml/2006/main">
              <a:ext uri="{FF2B5EF4-FFF2-40B4-BE49-F238E27FC236}">
                <a16:creationId xmlns:a16="http://schemas.microsoft.com/office/drawing/2014/main" id="{BBFA4AA8-C2B9-45F1-95BE-72FA68244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6724650"/>
            <a:ext cx="55245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500" b="0">
                <a:solidFill>
                  <a:srgbClr val="657D8E"/>
                </a:solidFill>
              </a:defRPr>
            </a:defPPr>
          </a:lstStyle>
          <a:p xmlns:a="http://schemas.openxmlformats.org/drawingml/2006/main">
            <a:pPr algn="ctr">
              <a:defRPr sz="1500" b="0">
                <a:solidFill>
                  <a:srgbClr val="657D8E"/>
                </a:solidFill>
              </a:defRPr>
            </a:pPr>
            <a:r>
              <a:rPr sz="1500" b="0">
                <a:solidFill>
                  <a:srgbClr val="657D8E"/>
                </a:solidFill>
                <a:latin typeface="Microsoft YaHei"/>
                <a:ea typeface="Microsoft YaHei"/>
                <a:cs typeface="Microsoft YaHei"/>
              </a:rPr>
              <a:t>计数时间 15:57</a:t>
            </a:r>
          </a:p>
        </p:txBody>
      </p:sp>
      <p:sp>
        <p:nvSpPr>
          <p:cNvPr id="26" name="2026-10-15，仅计数；Talos / Shodan 文献为 1139，覆盖口径不同，不直接比较">
            <a:extLst xmlns:a="http://schemas.openxmlformats.org/drawingml/2006/main">
              <a:ext uri="{FF2B5EF4-FFF2-40B4-BE49-F238E27FC236}">
                <a16:creationId xmlns:a16="http://schemas.microsoft.com/office/drawing/2014/main" id="{D4F50B3C-12C2-46C8-AFA1-695A9DB02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7353300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350" b="0">
                <a:solidFill>
                  <a:srgbClr val="657D8E"/>
                </a:solidFill>
              </a:defRPr>
            </a:defPPr>
          </a:lstStyle>
          <a:p xmlns:a="http://schemas.openxmlformats.org/drawingml/2006/main">
            <a:pPr algn="ctr">
              <a:defRPr sz="1350" b="0">
                <a:solidFill>
                  <a:srgbClr val="657D8E"/>
                </a:solidFill>
              </a:defRPr>
            </a:pPr>
            <a:r>
              <a:rPr sz="1350" b="0">
                <a:solidFill>
                  <a:srgbClr val="657D8E"/>
                </a:solidFill>
                <a:latin typeface="Microsoft YaHei"/>
                <a:ea typeface="Microsoft YaHei"/>
                <a:cs typeface="Microsoft YaHei"/>
              </a:rPr>
              <a:t>2026-10-15，仅计数；Talos / Shodan 文献为 1139，覆盖口径不同，不直接比较</a:t>
            </a:r>
          </a:p>
        </p:txBody>
      </p:sp>
    </p:spTree>
    <p:extLst>
      <p:ext uri="{BB962C8B-B14F-4D97-AF65-F5344CB8AC3E}">
        <p14:creationId xmlns:p14="http://schemas.microsoft.com/office/powerpoint/2010/main" val="592875435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5BCB103E-03FC-4811-AF76-90ABE0E38262}"/>
              </a:ext>
            </a:extLst>
          </p:cNvPr>
          <p:cNvCxnSpPr>
            <a:stCxn xmlns:a="http://schemas.openxmlformats.org/drawingml/2006/main" id="81" idx="3"/>
            <a:endCxn xmlns:a="http://schemas.openxmlformats.org/drawingml/2006/main" id="82" idx="1"/>
          </p:cNvCxnSpPr>
          <p:nvPr/>
        </p:nvCxnSpPr>
        <p:spPr>
          <a:xfrm xmlns:a="http://schemas.openxmlformats.org/drawingml/2006/main">
            <a:off x="7763828" y="5925027"/>
            <a:ext cx="380047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547D45"/>
            </a:solidFill>
            <a:prstDash val="dash"/>
            <a:tailEnd type="triangle" w="sm" len="sm"/>
          </a:ln>
        </p:spPr>
      </p:cxnSp>
      <p:cxnSp>
        <p:nvCxn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27ABBB08-F7F4-4011-88B8-DA13B3866744}"/>
              </a:ext>
            </a:extLst>
          </p:cNvPr>
          <p:cNvCxnSpPr>
            <a:stCxn xmlns:a="http://schemas.openxmlformats.org/drawingml/2006/main" id="78" idx="3"/>
            <a:endCxn xmlns:a="http://schemas.openxmlformats.org/drawingml/2006/main" id="79" idx="1"/>
          </p:cNvCxnSpPr>
          <p:nvPr/>
        </p:nvCxnSpPr>
        <p:spPr>
          <a:xfrm xmlns:a="http://schemas.openxmlformats.org/drawingml/2006/main" flipH="1">
            <a:off x="7762875" y="4143852"/>
            <a:ext cx="953" cy="1781175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547D45"/>
            </a:solidFill>
            <a:prstDash val="dash"/>
          </a:ln>
        </p:spPr>
      </p:cxnSp>
      <p:cxnSp>
        <p:nvCxn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D7B5E5DD-4C4A-40BE-9B43-4CFBCB8BCC67}"/>
              </a:ext>
            </a:extLst>
          </p:cNvPr>
          <p:cNvCxnSpPr>
            <a:stCxn xmlns:a="http://schemas.openxmlformats.org/drawingml/2006/main" id="75" idx="3"/>
            <a:endCxn xmlns:a="http://schemas.openxmlformats.org/drawingml/2006/main" id="76" idx="1"/>
          </p:cNvCxnSpPr>
          <p:nvPr/>
        </p:nvCxnSpPr>
        <p:spPr>
          <a:xfrm xmlns:a="http://schemas.openxmlformats.org/drawingml/2006/main">
            <a:off x="7363778" y="4143852"/>
            <a:ext cx="399097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547D45"/>
            </a:solidFill>
            <a:prstDash val="dash"/>
          </a:ln>
        </p:spPr>
      </p:cxnSp>
      <p:cxnSp>
        <p:nvCxn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266A67E7-EE3C-48D0-9C2F-E01BA8F222D9}"/>
              </a:ext>
            </a:extLst>
          </p:cNvPr>
          <p:cNvCxnSpPr>
            <a:stCxn xmlns:a="http://schemas.openxmlformats.org/drawingml/2006/main" id="68" idx="3"/>
            <a:endCxn xmlns:a="http://schemas.openxmlformats.org/drawingml/2006/main" id="69" idx="1"/>
          </p:cNvCxnSpPr>
          <p:nvPr/>
        </p:nvCxnSpPr>
        <p:spPr>
          <a:xfrm xmlns:a="http://schemas.openxmlformats.org/drawingml/2006/main" flipH="1">
            <a:off x="3286125" y="5925027"/>
            <a:ext cx="381953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277DC3"/>
            </a:solidFill>
            <a:prstDash val="solid"/>
            <a:tailEnd type="triangle" w="sm" len="sm"/>
          </a:ln>
        </p:spPr>
      </p:cxnSp>
      <p:cxnSp>
        <p:nvCxn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FC9F1674-D436-4F31-B070-D0D74D2FFDD7}"/>
              </a:ext>
            </a:extLst>
          </p:cNvPr>
          <p:cNvCxnSpPr>
            <a:stCxn xmlns:a="http://schemas.openxmlformats.org/drawingml/2006/main" id="65" idx="3"/>
            <a:endCxn xmlns:a="http://schemas.openxmlformats.org/drawingml/2006/main" id="66" idx="1"/>
          </p:cNvCxnSpPr>
          <p:nvPr/>
        </p:nvCxnSpPr>
        <p:spPr>
          <a:xfrm xmlns:a="http://schemas.openxmlformats.org/drawingml/2006/main" flipH="1">
            <a:off x="3667125" y="4143852"/>
            <a:ext cx="953" cy="1781175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277DC3"/>
            </a:solidFill>
            <a:prstDash val="solid"/>
          </a:ln>
        </p:spPr>
      </p:cxnSp>
      <p:cxnSp>
        <p:nvCxn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75BF6FB3-2B4A-41B3-AE79-2AE1988850AF}"/>
              </a:ext>
            </a:extLst>
          </p:cNvPr>
          <p:cNvCxnSpPr>
            <a:stCxn xmlns:a="http://schemas.openxmlformats.org/drawingml/2006/main" id="62" idx="3"/>
            <a:endCxn xmlns:a="http://schemas.openxmlformats.org/drawingml/2006/main" id="63" idx="1"/>
          </p:cNvCxnSpPr>
          <p:nvPr/>
        </p:nvCxnSpPr>
        <p:spPr>
          <a:xfrm xmlns:a="http://schemas.openxmlformats.org/drawingml/2006/main" flipH="1">
            <a:off x="3667125" y="4143852"/>
            <a:ext cx="401003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277DC3"/>
            </a:solidFill>
            <a:prstDash val="solid"/>
          </a:ln>
        </p:spPr>
      </p:cxnSp>
      <p:cxnSp>
        <p:nvCxn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5873BDDD-55FE-4693-862F-7C8EF73847EC}"/>
              </a:ext>
            </a:extLst>
          </p:cNvPr>
          <p:cNvCxnSpPr>
            <a:stCxn xmlns:a="http://schemas.openxmlformats.org/drawingml/2006/main" id="55" idx="3"/>
            <a:endCxn xmlns:a="http://schemas.openxmlformats.org/drawingml/2006/main" id="56" idx="1"/>
          </p:cNvCxnSpPr>
          <p:nvPr/>
        </p:nvCxnSpPr>
        <p:spPr>
          <a:xfrm xmlns:a="http://schemas.openxmlformats.org/drawingml/2006/main">
            <a:off x="7763828" y="3820002"/>
            <a:ext cx="380047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547D45"/>
            </a:solidFill>
            <a:prstDash val="dash"/>
            <a:tailEnd type="triangle" w="sm" len="sm"/>
          </a:ln>
        </p:spPr>
      </p:cxnSp>
      <p:cxnSp>
        <p:nvCxn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4FFA4B0E-B688-4F9B-A449-B903B8473751}"/>
              </a:ext>
            </a:extLst>
          </p:cNvPr>
          <p:cNvCxnSpPr>
            <a:stCxn xmlns:a="http://schemas.openxmlformats.org/drawingml/2006/main" id="52" idx="3"/>
            <a:endCxn xmlns:a="http://schemas.openxmlformats.org/drawingml/2006/main" id="53" idx="1"/>
          </p:cNvCxnSpPr>
          <p:nvPr/>
        </p:nvCxnSpPr>
        <p:spPr>
          <a:xfrm xmlns:a="http://schemas.openxmlformats.org/drawingml/2006/main" flipH="1">
            <a:off x="7762875" y="3810477"/>
            <a:ext cx="953" cy="9525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547D45"/>
            </a:solidFill>
            <a:prstDash val="dash"/>
          </a:ln>
        </p:spPr>
      </p:cxnSp>
      <p:cxnSp>
        <p:nvCxn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0F46B26F-624D-4704-B585-9C0295C007EF}"/>
              </a:ext>
            </a:extLst>
          </p:cNvPr>
          <p:cNvCxnSpPr>
            <a:stCxn xmlns:a="http://schemas.openxmlformats.org/drawingml/2006/main" id="49" idx="3"/>
            <a:endCxn xmlns:a="http://schemas.openxmlformats.org/drawingml/2006/main" id="50" idx="1"/>
          </p:cNvCxnSpPr>
          <p:nvPr/>
        </p:nvCxnSpPr>
        <p:spPr>
          <a:xfrm xmlns:a="http://schemas.openxmlformats.org/drawingml/2006/main">
            <a:off x="7363778" y="3810477"/>
            <a:ext cx="399097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547D45"/>
            </a:solidFill>
            <a:prstDash val="dash"/>
          </a:ln>
        </p:spPr>
      </p:cxnSp>
      <p:cxnSp>
        <p:nvCxn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7B71442A-24DF-40EA-B15C-3B1BAB14CC35}"/>
              </a:ext>
            </a:extLst>
          </p:cNvPr>
          <p:cNvCxnSpPr>
            <a:stCxn xmlns:a="http://schemas.openxmlformats.org/drawingml/2006/main" id="42" idx="3"/>
            <a:endCxn xmlns:a="http://schemas.openxmlformats.org/drawingml/2006/main" id="43" idx="1"/>
          </p:cNvCxnSpPr>
          <p:nvPr/>
        </p:nvCxnSpPr>
        <p:spPr>
          <a:xfrm xmlns:a="http://schemas.openxmlformats.org/drawingml/2006/main" flipH="1">
            <a:off x="3286125" y="3820002"/>
            <a:ext cx="381953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277DC3"/>
            </a:solidFill>
            <a:prstDash val="solid"/>
            <a:tailEnd type="triangle" w="sm" len="sm"/>
          </a:ln>
        </p:spPr>
      </p:cxnSp>
      <p:cxnSp>
        <p:nvCxn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A629DEB-C5F4-4BC4-A3D4-35B8F62FC01C}"/>
              </a:ext>
            </a:extLst>
          </p:cNvPr>
          <p:cNvCxnSpPr>
            <a:stCxn xmlns:a="http://schemas.openxmlformats.org/drawingml/2006/main" id="39" idx="3"/>
            <a:endCxn xmlns:a="http://schemas.openxmlformats.org/drawingml/2006/main" id="40" idx="1"/>
          </p:cNvCxnSpPr>
          <p:nvPr/>
        </p:nvCxnSpPr>
        <p:spPr>
          <a:xfrm xmlns:a="http://schemas.openxmlformats.org/drawingml/2006/main" flipH="1">
            <a:off x="3667125" y="3810477"/>
            <a:ext cx="953" cy="9525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277DC3"/>
            </a:solidFill>
            <a:prstDash val="solid"/>
          </a:ln>
        </p:spPr>
      </p:cxnSp>
      <p:cxnSp>
        <p:nvCxn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5C22DBD-A472-4153-A96A-B83055027139}"/>
              </a:ext>
            </a:extLst>
          </p:cNvPr>
          <p:cNvCxnSpPr>
            <a:stCxn xmlns:a="http://schemas.openxmlformats.org/drawingml/2006/main" id="36" idx="3"/>
            <a:endCxn xmlns:a="http://schemas.openxmlformats.org/drawingml/2006/main" id="37" idx="1"/>
          </p:cNvCxnSpPr>
          <p:nvPr/>
        </p:nvCxnSpPr>
        <p:spPr>
          <a:xfrm xmlns:a="http://schemas.openxmlformats.org/drawingml/2006/main" flipH="1">
            <a:off x="3667125" y="3810477"/>
            <a:ext cx="401003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277DC3"/>
            </a:solidFill>
            <a:prstDash val="solid"/>
          </a:ln>
        </p:spPr>
      </p:cxnSp>
      <p:cxnSp>
        <p:nvCxn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E84D9C8-5018-4B6D-AEC1-D67CC3E7976B}"/>
              </a:ext>
            </a:extLst>
          </p:cNvPr>
          <p:cNvCxnSpPr>
            <a:stCxn xmlns:a="http://schemas.openxmlformats.org/drawingml/2006/main" id="29" idx="3"/>
            <a:endCxn xmlns:a="http://schemas.openxmlformats.org/drawingml/2006/main" id="30" idx="1"/>
          </p:cNvCxnSpPr>
          <p:nvPr/>
        </p:nvCxnSpPr>
        <p:spPr>
          <a:xfrm xmlns:a="http://schemas.openxmlformats.org/drawingml/2006/main">
            <a:off x="7763828" y="1972152"/>
            <a:ext cx="380047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277DC3"/>
            </a:solidFill>
            <a:prstDash val="solid"/>
            <a:tailEnd type="triangle" w="sm" len="sm"/>
          </a:ln>
        </p:spPr>
      </p:cxnSp>
      <p:cxnSp>
        <p:nvCxn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FEC0CDF-C2DB-4675-98A5-F4C2BE4D452F}"/>
              </a:ext>
            </a:extLst>
          </p:cNvPr>
          <p:cNvCxnSpPr>
            <a:stCxn xmlns:a="http://schemas.openxmlformats.org/drawingml/2006/main" id="26" idx="3"/>
            <a:endCxn xmlns:a="http://schemas.openxmlformats.org/drawingml/2006/main" id="27" idx="1"/>
          </p:cNvCxnSpPr>
          <p:nvPr/>
        </p:nvCxnSpPr>
        <p:spPr>
          <a:xfrm xmlns:a="http://schemas.openxmlformats.org/drawingml/2006/main" flipH="1" flipV="1">
            <a:off x="7762875" y="1972152"/>
            <a:ext cx="953" cy="150495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277DC3"/>
            </a:solidFill>
            <a:prstDash val="solid"/>
          </a:ln>
        </p:spPr>
      </p:cxnSp>
      <p:cxnSp>
        <p:nvCxn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55A7402-9F61-429E-9E29-BF7BEEA90B7B}"/>
              </a:ext>
            </a:extLst>
          </p:cNvPr>
          <p:cNvCxnSpPr>
            <a:stCxn xmlns:a="http://schemas.openxmlformats.org/drawingml/2006/main" id="23" idx="3"/>
            <a:endCxn xmlns:a="http://schemas.openxmlformats.org/drawingml/2006/main" id="24" idx="1"/>
          </p:cNvCxnSpPr>
          <p:nvPr/>
        </p:nvCxnSpPr>
        <p:spPr>
          <a:xfrm xmlns:a="http://schemas.openxmlformats.org/drawingml/2006/main">
            <a:off x="7363778" y="3477102"/>
            <a:ext cx="399097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277DC3"/>
            </a:solidFill>
            <a:prstDash val="solid"/>
          </a:ln>
        </p:spPr>
      </p:cxnSp>
      <p:cxnSp>
        <p:nvCxn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67EEA27-1D7E-4CBD-A737-721DE05C2945}"/>
              </a:ext>
            </a:extLst>
          </p:cNvPr>
          <p:cNvCxnSpPr>
            <a:stCxn xmlns:a="http://schemas.openxmlformats.org/drawingml/2006/main" id="16" idx="3"/>
            <a:endCxn xmlns:a="http://schemas.openxmlformats.org/drawingml/2006/main" id="17" idx="1"/>
          </p:cNvCxnSpPr>
          <p:nvPr/>
        </p:nvCxnSpPr>
        <p:spPr>
          <a:xfrm xmlns:a="http://schemas.openxmlformats.org/drawingml/2006/main">
            <a:off x="3668078" y="3477102"/>
            <a:ext cx="399097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277DC3"/>
            </a:solidFill>
            <a:prstDash val="solid"/>
            <a:tailEnd type="triangle" w="sm" len="sm"/>
          </a:ln>
        </p:spPr>
      </p:cxnSp>
      <p:cxnSp>
        <p:nvCxn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88FFDDF-35E5-4339-A0C5-026BB2294507}"/>
              </a:ext>
            </a:extLst>
          </p:cNvPr>
          <p:cNvCxnSpPr>
            <a:stCxn xmlns:a="http://schemas.openxmlformats.org/drawingml/2006/main" id="13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 flipH="1">
            <a:off x="3667125" y="1972152"/>
            <a:ext cx="953" cy="150495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277DC3"/>
            </a:solidFill>
            <a:prstDash val="solid"/>
          </a:ln>
        </p:spPr>
      </p:cxnSp>
      <p:cxnSp>
        <p:nvCxn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EA12D98-82F9-4105-BE03-9071B02C8C67}"/>
              </a:ext>
            </a:extLst>
          </p:cNvPr>
          <p:cNvCxnSpPr>
            <a:stCxn xmlns:a="http://schemas.openxmlformats.org/drawingml/2006/main" id="10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3287078" y="1972152"/>
            <a:ext cx="380047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277DC3"/>
            </a:solidFill>
            <a:prstDash val="solid"/>
          </a:ln>
        </p:spPr>
      </p:cxnSp>
      <p:sp>
        <p:nvSpPr>
          <p:cNvPr id="89" name="F-14">
            <a:extLst xmlns:a="http://schemas.openxmlformats.org/drawingml/2006/main">
              <a:ext uri="{FF2B5EF4-FFF2-40B4-BE49-F238E27FC236}">
                <a16:creationId xmlns:a16="http://schemas.microsoft.com/office/drawing/2014/main" id="{D7EE9C54-5ADD-4268-B8C4-88D9905DC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9075"/>
            <a:ext cx="95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l">
              <a:defRPr sz="1650" b="1">
                <a:solidFill>
                  <a:srgbClr val="277DC3"/>
                </a:solidFill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277DC3"/>
                </a:solidFill>
              </a:defRPr>
            </a:pPr>
            <a:r>
              <a:rPr sz="1650" b="1">
                <a:solidFill>
                  <a:srgbClr val="277DC3"/>
                </a:solidFill>
                <a:latin typeface="Microsoft YaHei"/>
                <a:ea typeface="Microsoft YaHei"/>
                <a:cs typeface="Microsoft YaHei"/>
              </a:rPr>
              <a:t>F-14</a:t>
            </a:r>
          </a:p>
        </p:txBody>
      </p:sp>
      <p:sp>
        <p:nvSpPr>
          <p:cNvPr id="2" name="六类自动关联">
            <a:extLst xmlns:a="http://schemas.openxmlformats.org/drawingml/2006/main">
              <a:ext uri="{FF2B5EF4-FFF2-40B4-BE49-F238E27FC236}">
                <a16:creationId xmlns:a16="http://schemas.microsoft.com/office/drawing/2014/main" id="{0F4035AE-76D5-4BD5-BB42-45C579CD3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152400"/>
            <a:ext cx="9525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l">
              <a:defRPr sz="2400" b="1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233E54"/>
                </a:solidFill>
              </a:defRPr>
            </a:pPr>
            <a:r>
              <a:rPr sz="2400" b="1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六类自动关联</a:t>
            </a:r>
          </a:p>
        </p:txBody>
      </p:sp>
      <p:sp>
        <p:nvSpPr>
          <p:cNvPr id="3" name="boundary">
            <a:extLst xmlns:a="http://schemas.openxmlformats.org/drawingml/2006/main">
              <a:ext uri="{FF2B5EF4-FFF2-40B4-BE49-F238E27FC236}">
                <a16:creationId xmlns:a16="http://schemas.microsoft.com/office/drawing/2014/main" id="{30F8DD82-5B1A-4952-9F87-2FC3F9BE7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28675"/>
            <a:ext cx="10515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C4D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boundary">
            <a:extLst xmlns:a="http://schemas.openxmlformats.org/drawingml/2006/main">
              <a:ext uri="{FF2B5EF4-FFF2-40B4-BE49-F238E27FC236}">
                <a16:creationId xmlns:a16="http://schemas.microsoft.com/office/drawing/2014/main" id="{C59AEA60-548A-4986-A4BB-DCFE3C79C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7175" y="3248025"/>
            <a:ext cx="3295650" cy="1133475"/>
          </a:xfrm>
          <a:prstGeom xmlns:a="http://schemas.openxmlformats.org/drawingml/2006/main" prst="roundRect">
            <a:avLst>
              <a:gd name="adj" fmla="val 10084"/>
            </a:avLst>
          </a:prstGeom>
          <a:solidFill xmlns:a="http://schemas.openxmlformats.org/drawingml/2006/main">
            <a:srgbClr val="277DC3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</p:sp>
      <p:sp>
        <p:nvSpPr>
          <p:cNvPr id="5" name="Vulnerability">
            <a:extLst xmlns:a="http://schemas.openxmlformats.org/drawingml/2006/main">
              <a:ext uri="{FF2B5EF4-FFF2-40B4-BE49-F238E27FC236}">
                <a16:creationId xmlns:a16="http://schemas.microsoft.com/office/drawing/2014/main" id="{30A70074-82C3-4E22-A8FD-7256DF750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3343275"/>
            <a:ext cx="3105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875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Vulnerability</a:t>
            </a:r>
          </a:p>
        </p:txBody>
      </p:sp>
      <p:sp>
        <p:nvSpPr>
          <p:cNvPr id="6" name="漏洞事实">
            <a:extLst xmlns:a="http://schemas.openxmlformats.org/drawingml/2006/main">
              <a:ext uri="{FF2B5EF4-FFF2-40B4-BE49-F238E27FC236}">
                <a16:creationId xmlns:a16="http://schemas.microsoft.com/office/drawing/2014/main" id="{26E0BB5F-90E9-40B2-A2F6-093E5FFD8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1475" y="3771900"/>
            <a:ext cx="3067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575" b="0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ctr">
              <a:defRPr sz="1575" b="0">
                <a:solidFill>
                  <a:srgbClr val="FFFFFF"/>
                </a:solidFill>
              </a:defRPr>
            </a:pPr>
            <a:r>
              <a:rPr sz="15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漏洞事实</a:t>
            </a:r>
          </a:p>
        </p:txBody>
      </p:sp>
      <p:sp>
        <p:nvSpPr>
          <p:cNvPr id="7" name="boundary">
            <a:extLst xmlns:a="http://schemas.openxmlformats.org/drawingml/2006/main">
              <a:ext uri="{FF2B5EF4-FFF2-40B4-BE49-F238E27FC236}">
                <a16:creationId xmlns:a16="http://schemas.microsoft.com/office/drawing/2014/main" id="{9D842119-D393-42AE-9331-4A1DF6352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400175"/>
            <a:ext cx="2667000" cy="1133475"/>
          </a:xfrm>
          <a:prstGeom xmlns:a="http://schemas.openxmlformats.org/drawingml/2006/main" prst="roundRect">
            <a:avLst>
              <a:gd name="adj" fmla="val 10084"/>
            </a:avLst>
          </a:prstGeom>
          <a:solidFill xmlns:a="http://schemas.openxmlformats.org/drawingml/2006/main">
            <a:srgbClr val="EAF4FC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</p:sp>
      <p:sp>
        <p:nvSpPr>
          <p:cNvPr id="8" name="Advisory">
            <a:extLst xmlns:a="http://schemas.openxmlformats.org/drawingml/2006/main">
              <a:ext uri="{FF2B5EF4-FFF2-40B4-BE49-F238E27FC236}">
                <a16:creationId xmlns:a16="http://schemas.microsoft.com/office/drawing/2014/main" id="{E8996269-74F5-4F63-8756-42FAF3DB7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495425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800" b="1">
                <a:solidFill>
                  <a:srgbClr val="277DC3"/>
                </a:solidFill>
              </a:defRPr>
            </a:defPPr>
          </a:lstStyle>
          <a:p xmlns:a="http://schemas.openxmlformats.org/drawingml/2006/main">
            <a:pPr algn="ctr">
              <a:defRPr sz="1800" b="1">
                <a:solidFill>
                  <a:srgbClr val="277DC3"/>
                </a:solidFill>
              </a:defRPr>
            </a:pPr>
            <a:r>
              <a:rPr sz="1800" b="1">
                <a:solidFill>
                  <a:srgbClr val="277DC3"/>
                </a:solidFill>
                <a:latin typeface="Microsoft YaHei"/>
                <a:ea typeface="Microsoft YaHei"/>
                <a:cs typeface="Microsoft YaHei"/>
              </a:rPr>
              <a:t>Advisory</a:t>
            </a:r>
          </a:p>
        </p:txBody>
      </p:sp>
      <p:sp>
        <p:nvSpPr>
          <p:cNvPr id="9" name="公告">
            <a:extLst xmlns:a="http://schemas.openxmlformats.org/drawingml/2006/main">
              <a:ext uri="{FF2B5EF4-FFF2-40B4-BE49-F238E27FC236}">
                <a16:creationId xmlns:a16="http://schemas.microsoft.com/office/drawing/2014/main" id="{1C6EA402-7EE4-48F8-8DFF-E2FBA084A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1924050"/>
            <a:ext cx="2438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575" b="0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ctr">
              <a:defRPr sz="1575" b="0">
                <a:solidFill>
                  <a:srgbClr val="233E54"/>
                </a:solidFill>
              </a:defRPr>
            </a:pPr>
            <a:r>
              <a:rPr sz="1575" b="0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公告</a:t>
            </a:r>
          </a:p>
        </p:txBody>
      </p:sp>
      <p:sp>
        <p:nvSpPr>
          <p:cNvPr id="10" name="boundary">
            <a:extLst xmlns:a="http://schemas.openxmlformats.org/drawingml/2006/main">
              <a:ext uri="{FF2B5EF4-FFF2-40B4-BE49-F238E27FC236}">
                <a16:creationId xmlns:a16="http://schemas.microsoft.com/office/drawing/2014/main" id="{96FB3923-AD8B-4DDE-8B0A-951B0085C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19716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1" name="boundary">
            <a:extLst xmlns:a="http://schemas.openxmlformats.org/drawingml/2006/main">
              <a:ext uri="{FF2B5EF4-FFF2-40B4-BE49-F238E27FC236}">
                <a16:creationId xmlns:a16="http://schemas.microsoft.com/office/drawing/2014/main" id="{8988959D-99A7-400D-B0B2-99DBF19DC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19716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3" name="boundary">
            <a:extLst xmlns:a="http://schemas.openxmlformats.org/drawingml/2006/main">
              <a:ext uri="{FF2B5EF4-FFF2-40B4-BE49-F238E27FC236}">
                <a16:creationId xmlns:a16="http://schemas.microsoft.com/office/drawing/2014/main" id="{A60AEF40-CE83-4AC0-9900-6F31DD8C0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19716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4" name="boundary">
            <a:extLst xmlns:a="http://schemas.openxmlformats.org/drawingml/2006/main">
              <a:ext uri="{FF2B5EF4-FFF2-40B4-BE49-F238E27FC236}">
                <a16:creationId xmlns:a16="http://schemas.microsoft.com/office/drawing/2014/main" id="{502A2001-E2F5-4E3C-A456-00521468B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34766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6" name="boundary">
            <a:extLst xmlns:a="http://schemas.openxmlformats.org/drawingml/2006/main">
              <a:ext uri="{FF2B5EF4-FFF2-40B4-BE49-F238E27FC236}">
                <a16:creationId xmlns:a16="http://schemas.microsoft.com/office/drawing/2014/main" id="{580D61A7-F526-4F61-AC33-8B758221A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34766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7" name="boundary">
            <a:extLst xmlns:a="http://schemas.openxmlformats.org/drawingml/2006/main">
              <a:ext uri="{FF2B5EF4-FFF2-40B4-BE49-F238E27FC236}">
                <a16:creationId xmlns:a16="http://schemas.microsoft.com/office/drawing/2014/main" id="{C3050BF0-C25A-40A7-9894-0D4574E84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7175" y="34766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9" name="DESCRIBES">
            <a:extLst xmlns:a="http://schemas.openxmlformats.org/drawingml/2006/main">
              <a:ext uri="{FF2B5EF4-FFF2-40B4-BE49-F238E27FC236}">
                <a16:creationId xmlns:a16="http://schemas.microsoft.com/office/drawing/2014/main" id="{075F179E-EB49-4C05-B86B-D0FA68291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2581275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275" b="0">
                <a:solidFill>
                  <a:srgbClr val="277DC3"/>
                </a:solidFill>
              </a:defRPr>
            </a:defPPr>
          </a:lstStyle>
          <a:p xmlns:a="http://schemas.openxmlformats.org/drawingml/2006/main">
            <a:pPr algn="ctr">
              <a:defRPr sz="1275" b="0">
                <a:solidFill>
                  <a:srgbClr val="277DC3"/>
                </a:solidFill>
              </a:defRPr>
            </a:pPr>
            <a:r>
              <a:rPr sz="1275" b="0">
                <a:solidFill>
                  <a:srgbClr val="277DC3"/>
                </a:solidFill>
                <a:latin typeface="Microsoft YaHei"/>
                <a:ea typeface="Microsoft YaHei"/>
                <a:cs typeface="Microsoft YaHei"/>
              </a:rPr>
              <a:t>DESCRIBES</a:t>
            </a:r>
          </a:p>
        </p:txBody>
      </p:sp>
      <p:sp>
        <p:nvSpPr>
          <p:cNvPr id="20" name="boundary">
            <a:extLst xmlns:a="http://schemas.openxmlformats.org/drawingml/2006/main">
              <a:ext uri="{FF2B5EF4-FFF2-40B4-BE49-F238E27FC236}">
                <a16:creationId xmlns:a16="http://schemas.microsoft.com/office/drawing/2014/main" id="{29196836-B987-4296-B621-04E7270E5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1400175"/>
            <a:ext cx="2667000" cy="1133475"/>
          </a:xfrm>
          <a:prstGeom xmlns:a="http://schemas.openxmlformats.org/drawingml/2006/main" prst="roundRect">
            <a:avLst>
              <a:gd name="adj" fmla="val 10084"/>
            </a:avLst>
          </a:prstGeom>
          <a:solidFill xmlns:a="http://schemas.openxmlformats.org/drawingml/2006/main">
            <a:srgbClr val="EAF4FC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</p:sp>
      <p:sp>
        <p:nvSpPr>
          <p:cNvPr id="21" name="Component">
            <a:extLst xmlns:a="http://schemas.openxmlformats.org/drawingml/2006/main">
              <a:ext uri="{FF2B5EF4-FFF2-40B4-BE49-F238E27FC236}">
                <a16:creationId xmlns:a16="http://schemas.microsoft.com/office/drawing/2014/main" id="{FA71642F-30E8-47AF-9FEA-03AABC46A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1495425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800" b="1">
                <a:solidFill>
                  <a:srgbClr val="277DC3"/>
                </a:solidFill>
              </a:defRPr>
            </a:defPPr>
          </a:lstStyle>
          <a:p xmlns:a="http://schemas.openxmlformats.org/drawingml/2006/main">
            <a:pPr algn="ctr">
              <a:defRPr sz="1800" b="1">
                <a:solidFill>
                  <a:srgbClr val="277DC3"/>
                </a:solidFill>
              </a:defRPr>
            </a:pPr>
            <a:r>
              <a:rPr sz="1800" b="1">
                <a:solidFill>
                  <a:srgbClr val="277DC3"/>
                </a:solidFill>
                <a:latin typeface="Microsoft YaHei"/>
                <a:ea typeface="Microsoft YaHei"/>
                <a:cs typeface="Microsoft YaHei"/>
              </a:rPr>
              <a:t>Component</a:t>
            </a:r>
          </a:p>
        </p:txBody>
      </p:sp>
      <p:sp>
        <p:nvSpPr>
          <p:cNvPr id="22" name="组件">
            <a:extLst xmlns:a="http://schemas.openxmlformats.org/drawingml/2006/main">
              <a:ext uri="{FF2B5EF4-FFF2-40B4-BE49-F238E27FC236}">
                <a16:creationId xmlns:a16="http://schemas.microsoft.com/office/drawing/2014/main" id="{345D56F6-FB40-44D8-BCAB-1B2C64D00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1924050"/>
            <a:ext cx="2438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575" b="0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ctr">
              <a:defRPr sz="1575" b="0">
                <a:solidFill>
                  <a:srgbClr val="233E54"/>
                </a:solidFill>
              </a:defRPr>
            </a:pPr>
            <a:r>
              <a:rPr sz="1575" b="0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组件</a:t>
            </a:r>
          </a:p>
        </p:txBody>
      </p:sp>
      <p:sp>
        <p:nvSpPr>
          <p:cNvPr id="23" name="boundary">
            <a:extLst xmlns:a="http://schemas.openxmlformats.org/drawingml/2006/main">
              <a:ext uri="{FF2B5EF4-FFF2-40B4-BE49-F238E27FC236}">
                <a16:creationId xmlns:a16="http://schemas.microsoft.com/office/drawing/2014/main" id="{3A0C010E-0911-4070-A0F5-BAC0523F2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2825" y="34766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4" name="boundary">
            <a:extLst xmlns:a="http://schemas.openxmlformats.org/drawingml/2006/main">
              <a:ext uri="{FF2B5EF4-FFF2-40B4-BE49-F238E27FC236}">
                <a16:creationId xmlns:a16="http://schemas.microsoft.com/office/drawing/2014/main" id="{F8009A13-D2EB-4932-9E12-2CBE21266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34766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6" name="boundary">
            <a:extLst xmlns:a="http://schemas.openxmlformats.org/drawingml/2006/main">
              <a:ext uri="{FF2B5EF4-FFF2-40B4-BE49-F238E27FC236}">
                <a16:creationId xmlns:a16="http://schemas.microsoft.com/office/drawing/2014/main" id="{DE96B9AB-343F-4F92-9178-0C67F5ADB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34766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7" name="boundary">
            <a:extLst xmlns:a="http://schemas.openxmlformats.org/drawingml/2006/main">
              <a:ext uri="{FF2B5EF4-FFF2-40B4-BE49-F238E27FC236}">
                <a16:creationId xmlns:a16="http://schemas.microsoft.com/office/drawing/2014/main" id="{88ED2B48-5F6D-401C-95F9-37FAA1D16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19716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9" name="boundary">
            <a:extLst xmlns:a="http://schemas.openxmlformats.org/drawingml/2006/main">
              <a:ext uri="{FF2B5EF4-FFF2-40B4-BE49-F238E27FC236}">
                <a16:creationId xmlns:a16="http://schemas.microsoft.com/office/drawing/2014/main" id="{77E28E99-90E5-4044-A9FF-40187AD46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19716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30" name="boundary">
            <a:extLst xmlns:a="http://schemas.openxmlformats.org/drawingml/2006/main">
              <a:ext uri="{FF2B5EF4-FFF2-40B4-BE49-F238E27FC236}">
                <a16:creationId xmlns:a16="http://schemas.microsoft.com/office/drawing/2014/main" id="{94CADAD1-ADF7-4A9C-94D9-00F1D0DF9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19716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32" name="AFFECTS">
            <a:extLst xmlns:a="http://schemas.openxmlformats.org/drawingml/2006/main">
              <a:ext uri="{FF2B5EF4-FFF2-40B4-BE49-F238E27FC236}">
                <a16:creationId xmlns:a16="http://schemas.microsoft.com/office/drawing/2014/main" id="{121D6333-D246-498E-9E8C-FEE356A31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581275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275" b="0">
                <a:solidFill>
                  <a:srgbClr val="277DC3"/>
                </a:solidFill>
              </a:defRPr>
            </a:defPPr>
          </a:lstStyle>
          <a:p xmlns:a="http://schemas.openxmlformats.org/drawingml/2006/main">
            <a:pPr algn="ctr">
              <a:defRPr sz="1275" b="0">
                <a:solidFill>
                  <a:srgbClr val="277DC3"/>
                </a:solidFill>
              </a:defRPr>
            </a:pPr>
            <a:r>
              <a:rPr sz="1275" b="0">
                <a:solidFill>
                  <a:srgbClr val="277DC3"/>
                </a:solidFill>
                <a:latin typeface="Microsoft YaHei"/>
                <a:ea typeface="Microsoft YaHei"/>
                <a:cs typeface="Microsoft YaHei"/>
              </a:rPr>
              <a:t>AFFECTS</a:t>
            </a:r>
          </a:p>
        </p:txBody>
      </p:sp>
      <p:sp>
        <p:nvSpPr>
          <p:cNvPr id="33" name="boundary">
            <a:extLst xmlns:a="http://schemas.openxmlformats.org/drawingml/2006/main">
              <a:ext uri="{FF2B5EF4-FFF2-40B4-BE49-F238E27FC236}">
                <a16:creationId xmlns:a16="http://schemas.microsoft.com/office/drawing/2014/main" id="{2EC380FE-B897-41BE-95E3-CCF6AF392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248025"/>
            <a:ext cx="2667000" cy="1133475"/>
          </a:xfrm>
          <a:prstGeom xmlns:a="http://schemas.openxmlformats.org/drawingml/2006/main" prst="roundRect">
            <a:avLst>
              <a:gd name="adj" fmla="val 10084"/>
            </a:avLst>
          </a:prstGeom>
          <a:solidFill xmlns:a="http://schemas.openxmlformats.org/drawingml/2006/main">
            <a:srgbClr val="EAF4FC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</p:sp>
      <p:sp>
        <p:nvSpPr>
          <p:cNvPr id="34" name="CWE">
            <a:extLst xmlns:a="http://schemas.openxmlformats.org/drawingml/2006/main">
              <a:ext uri="{FF2B5EF4-FFF2-40B4-BE49-F238E27FC236}">
                <a16:creationId xmlns:a16="http://schemas.microsoft.com/office/drawing/2014/main" id="{1D53EBC9-DADB-48BF-9496-E2F73BA6B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343275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800" b="1">
                <a:solidFill>
                  <a:srgbClr val="277DC3"/>
                </a:solidFill>
              </a:defRPr>
            </a:defPPr>
          </a:lstStyle>
          <a:p xmlns:a="http://schemas.openxmlformats.org/drawingml/2006/main">
            <a:pPr algn="ctr">
              <a:defRPr sz="1800" b="1">
                <a:solidFill>
                  <a:srgbClr val="277DC3"/>
                </a:solidFill>
              </a:defRPr>
            </a:pPr>
            <a:r>
              <a:rPr sz="1800" b="1">
                <a:solidFill>
                  <a:srgbClr val="277DC3"/>
                </a:solidFill>
                <a:latin typeface="Microsoft YaHei"/>
                <a:ea typeface="Microsoft YaHei"/>
                <a:cs typeface="Microsoft YaHei"/>
              </a:rPr>
              <a:t>CWE</a:t>
            </a:r>
          </a:p>
        </p:txBody>
      </p:sp>
      <p:sp>
        <p:nvSpPr>
          <p:cNvPr id="35" name="弱点分类">
            <a:extLst xmlns:a="http://schemas.openxmlformats.org/drawingml/2006/main">
              <a:ext uri="{FF2B5EF4-FFF2-40B4-BE49-F238E27FC236}">
                <a16:creationId xmlns:a16="http://schemas.microsoft.com/office/drawing/2014/main" id="{0EE3AF1C-2447-4B00-8D13-11A997E79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3771900"/>
            <a:ext cx="2438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575" b="0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ctr">
              <a:defRPr sz="1575" b="0">
                <a:solidFill>
                  <a:srgbClr val="233E54"/>
                </a:solidFill>
              </a:defRPr>
            </a:pPr>
            <a:r>
              <a:rPr sz="1575" b="0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弱点分类</a:t>
            </a:r>
          </a:p>
        </p:txBody>
      </p:sp>
      <p:sp>
        <p:nvSpPr>
          <p:cNvPr id="36" name="boundary">
            <a:extLst xmlns:a="http://schemas.openxmlformats.org/drawingml/2006/main">
              <a:ext uri="{FF2B5EF4-FFF2-40B4-BE49-F238E27FC236}">
                <a16:creationId xmlns:a16="http://schemas.microsoft.com/office/drawing/2014/main" id="{4481E2C5-0706-4C14-81F7-DBA65FB53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7175" y="38100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37" name="boundary">
            <a:extLst xmlns:a="http://schemas.openxmlformats.org/drawingml/2006/main">
              <a:ext uri="{FF2B5EF4-FFF2-40B4-BE49-F238E27FC236}">
                <a16:creationId xmlns:a16="http://schemas.microsoft.com/office/drawing/2014/main" id="{51857AA5-F4B6-4A53-A9DA-425A9C07C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38100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39" name="boundary">
            <a:extLst xmlns:a="http://schemas.openxmlformats.org/drawingml/2006/main">
              <a:ext uri="{FF2B5EF4-FFF2-40B4-BE49-F238E27FC236}">
                <a16:creationId xmlns:a16="http://schemas.microsoft.com/office/drawing/2014/main" id="{2CD443C2-1DFA-4BAF-891B-F0A623687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38100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40" name="boundary">
            <a:extLst xmlns:a="http://schemas.openxmlformats.org/drawingml/2006/main">
              <a:ext uri="{FF2B5EF4-FFF2-40B4-BE49-F238E27FC236}">
                <a16:creationId xmlns:a16="http://schemas.microsoft.com/office/drawing/2014/main" id="{C8E8CAE2-7D94-45C0-B0BE-8CCEDE6A4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38195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42" name="boundary">
            <a:extLst xmlns:a="http://schemas.openxmlformats.org/drawingml/2006/main">
              <a:ext uri="{FF2B5EF4-FFF2-40B4-BE49-F238E27FC236}">
                <a16:creationId xmlns:a16="http://schemas.microsoft.com/office/drawing/2014/main" id="{F9F4B41B-1860-4792-9883-A1CE17A02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38195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43" name="boundary">
            <a:extLst xmlns:a="http://schemas.openxmlformats.org/drawingml/2006/main">
              <a:ext uri="{FF2B5EF4-FFF2-40B4-BE49-F238E27FC236}">
                <a16:creationId xmlns:a16="http://schemas.microsoft.com/office/drawing/2014/main" id="{13995059-28EC-4B51-B840-0AED8F593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38195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45" name="HAS_CWE">
            <a:extLst xmlns:a="http://schemas.openxmlformats.org/drawingml/2006/main">
              <a:ext uri="{FF2B5EF4-FFF2-40B4-BE49-F238E27FC236}">
                <a16:creationId xmlns:a16="http://schemas.microsoft.com/office/drawing/2014/main" id="{F9130FC0-8357-4E1D-9297-00989E5F1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4429125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275" b="0">
                <a:solidFill>
                  <a:srgbClr val="277DC3"/>
                </a:solidFill>
              </a:defRPr>
            </a:defPPr>
          </a:lstStyle>
          <a:p xmlns:a="http://schemas.openxmlformats.org/drawingml/2006/main">
            <a:pPr algn="ctr">
              <a:defRPr sz="1275" b="0">
                <a:solidFill>
                  <a:srgbClr val="277DC3"/>
                </a:solidFill>
              </a:defRPr>
            </a:pPr>
            <a:r>
              <a:rPr sz="1275" b="0">
                <a:solidFill>
                  <a:srgbClr val="277DC3"/>
                </a:solidFill>
                <a:latin typeface="Microsoft YaHei"/>
                <a:ea typeface="Microsoft YaHei"/>
                <a:cs typeface="Microsoft YaHei"/>
              </a:rPr>
              <a:t>HAS_CWE</a:t>
            </a:r>
          </a:p>
        </p:txBody>
      </p:sp>
      <p:sp>
        <p:nvSpPr>
          <p:cNvPr id="46" name="boundary">
            <a:extLst xmlns:a="http://schemas.openxmlformats.org/drawingml/2006/main">
              <a:ext uri="{FF2B5EF4-FFF2-40B4-BE49-F238E27FC236}">
                <a16:creationId xmlns:a16="http://schemas.microsoft.com/office/drawing/2014/main" id="{57143167-2347-4080-8DE8-573376AF6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3248025"/>
            <a:ext cx="2667000" cy="1133475"/>
          </a:xfrm>
          <a:prstGeom xmlns:a="http://schemas.openxmlformats.org/drawingml/2006/main" prst="roundRect">
            <a:avLst>
              <a:gd name="adj" fmla="val 10084"/>
            </a:avLst>
          </a:prstGeom>
          <a:solidFill xmlns:a="http://schemas.openxmlformats.org/drawingml/2006/main">
            <a:srgbClr val="E5F0DA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</p:sp>
      <p:sp>
        <p:nvSpPr>
          <p:cNvPr id="47" name="AtlasTechnique">
            <a:extLst xmlns:a="http://schemas.openxmlformats.org/drawingml/2006/main">
              <a:ext uri="{FF2B5EF4-FFF2-40B4-BE49-F238E27FC236}">
                <a16:creationId xmlns:a16="http://schemas.microsoft.com/office/drawing/2014/main" id="{62F2089F-BB89-44D1-A054-6F565C699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343275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800" b="1">
                <a:solidFill>
                  <a:srgbClr val="547D45"/>
                </a:solidFill>
              </a:defRPr>
            </a:defPPr>
          </a:lstStyle>
          <a:p xmlns:a="http://schemas.openxmlformats.org/drawingml/2006/main">
            <a:pPr algn="ctr">
              <a:defRPr sz="1800" b="1">
                <a:solidFill>
                  <a:srgbClr val="547D45"/>
                </a:solidFill>
              </a:defRPr>
            </a:pPr>
            <a:r>
              <a:rPr sz="1800" b="1">
                <a:solidFill>
                  <a:srgbClr val="547D45"/>
                </a:solidFill>
                <a:latin typeface="Microsoft YaHei"/>
                <a:ea typeface="Microsoft YaHei"/>
                <a:cs typeface="Microsoft YaHei"/>
              </a:rPr>
              <a:t>AtlasTechnique</a:t>
            </a:r>
          </a:p>
        </p:txBody>
      </p:sp>
      <p:sp>
        <p:nvSpPr>
          <p:cNvPr id="48" name="攻击技术">
            <a:extLst xmlns:a="http://schemas.openxmlformats.org/drawingml/2006/main">
              <a:ext uri="{FF2B5EF4-FFF2-40B4-BE49-F238E27FC236}">
                <a16:creationId xmlns:a16="http://schemas.microsoft.com/office/drawing/2014/main" id="{005B58CD-F25E-4D0A-BE39-208856923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3771900"/>
            <a:ext cx="2438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575" b="0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ctr">
              <a:defRPr sz="1575" b="0">
                <a:solidFill>
                  <a:srgbClr val="233E54"/>
                </a:solidFill>
              </a:defRPr>
            </a:pPr>
            <a:r>
              <a:rPr sz="1575" b="0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攻击技术</a:t>
            </a:r>
          </a:p>
        </p:txBody>
      </p:sp>
      <p:sp>
        <p:nvSpPr>
          <p:cNvPr id="49" name="boundary">
            <a:extLst xmlns:a="http://schemas.openxmlformats.org/drawingml/2006/main">
              <a:ext uri="{FF2B5EF4-FFF2-40B4-BE49-F238E27FC236}">
                <a16:creationId xmlns:a16="http://schemas.microsoft.com/office/drawing/2014/main" id="{9AA5B59B-CBB3-4DC8-863A-EB5BCBA16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2825" y="38100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50" name="boundary">
            <a:extLst xmlns:a="http://schemas.openxmlformats.org/drawingml/2006/main">
              <a:ext uri="{FF2B5EF4-FFF2-40B4-BE49-F238E27FC236}">
                <a16:creationId xmlns:a16="http://schemas.microsoft.com/office/drawing/2014/main" id="{5CFCEE23-3D93-4959-8BFF-5F047E348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38100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52" name="boundary">
            <a:extLst xmlns:a="http://schemas.openxmlformats.org/drawingml/2006/main">
              <a:ext uri="{FF2B5EF4-FFF2-40B4-BE49-F238E27FC236}">
                <a16:creationId xmlns:a16="http://schemas.microsoft.com/office/drawing/2014/main" id="{AAFEF321-7049-403F-A4C6-71D4AD9F3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38100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53" name="boundary">
            <a:extLst xmlns:a="http://schemas.openxmlformats.org/drawingml/2006/main">
              <a:ext uri="{FF2B5EF4-FFF2-40B4-BE49-F238E27FC236}">
                <a16:creationId xmlns:a16="http://schemas.microsoft.com/office/drawing/2014/main" id="{65323A73-DDF0-4694-9CA7-F1E991564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38195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55" name="boundary">
            <a:extLst xmlns:a="http://schemas.openxmlformats.org/drawingml/2006/main">
              <a:ext uri="{FF2B5EF4-FFF2-40B4-BE49-F238E27FC236}">
                <a16:creationId xmlns:a16="http://schemas.microsoft.com/office/drawing/2014/main" id="{CD2F1E89-6F70-4430-B58A-240159685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38195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56" name="boundary">
            <a:extLst xmlns:a="http://schemas.openxmlformats.org/drawingml/2006/main">
              <a:ext uri="{FF2B5EF4-FFF2-40B4-BE49-F238E27FC236}">
                <a16:creationId xmlns:a16="http://schemas.microsoft.com/office/drawing/2014/main" id="{45E94CDD-DD97-4A8D-80F0-29D5CCE4C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38195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58" name="MAPS_TO">
            <a:extLst xmlns:a="http://schemas.openxmlformats.org/drawingml/2006/main">
              <a:ext uri="{FF2B5EF4-FFF2-40B4-BE49-F238E27FC236}">
                <a16:creationId xmlns:a16="http://schemas.microsoft.com/office/drawing/2014/main" id="{23AAC16B-C1EF-4766-B57E-74DBEA5D8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4429125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275" b="0">
                <a:solidFill>
                  <a:srgbClr val="547D45"/>
                </a:solidFill>
              </a:defRPr>
            </a:defPPr>
          </a:lstStyle>
          <a:p xmlns:a="http://schemas.openxmlformats.org/drawingml/2006/main">
            <a:pPr algn="ctr">
              <a:defRPr sz="1275" b="0">
                <a:solidFill>
                  <a:srgbClr val="547D45"/>
                </a:solidFill>
              </a:defRPr>
            </a:pPr>
            <a:r>
              <a:rPr sz="1275" b="0">
                <a:solidFill>
                  <a:srgbClr val="547D45"/>
                </a:solidFill>
                <a:latin typeface="Microsoft YaHei"/>
                <a:ea typeface="Microsoft YaHei"/>
                <a:cs typeface="Microsoft YaHei"/>
              </a:rPr>
              <a:t>MAPS_TO</a:t>
            </a:r>
          </a:p>
        </p:txBody>
      </p:sp>
      <p:sp>
        <p:nvSpPr>
          <p:cNvPr id="59" name="boundary">
            <a:extLst xmlns:a="http://schemas.openxmlformats.org/drawingml/2006/main">
              <a:ext uri="{FF2B5EF4-FFF2-40B4-BE49-F238E27FC236}">
                <a16:creationId xmlns:a16="http://schemas.microsoft.com/office/drawing/2014/main" id="{C916CA57-5CE5-4EA8-9B61-F492A0ED8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353050"/>
            <a:ext cx="2667000" cy="1133475"/>
          </a:xfrm>
          <a:prstGeom xmlns:a="http://schemas.openxmlformats.org/drawingml/2006/main" prst="roundRect">
            <a:avLst>
              <a:gd name="adj" fmla="val 10084"/>
            </a:avLst>
          </a:prstGeom>
          <a:solidFill xmlns:a="http://schemas.openxmlformats.org/drawingml/2006/main">
            <a:srgbClr val="EAF4FC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</p:sp>
      <p:sp>
        <p:nvSpPr>
          <p:cNvPr id="60" name="PocRef">
            <a:extLst xmlns:a="http://schemas.openxmlformats.org/drawingml/2006/main">
              <a:ext uri="{FF2B5EF4-FFF2-40B4-BE49-F238E27FC236}">
                <a16:creationId xmlns:a16="http://schemas.microsoft.com/office/drawing/2014/main" id="{E58799F5-9821-4941-B26E-3A1C53E9C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448300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800" b="1">
                <a:solidFill>
                  <a:srgbClr val="277DC3"/>
                </a:solidFill>
              </a:defRPr>
            </a:defPPr>
          </a:lstStyle>
          <a:p xmlns:a="http://schemas.openxmlformats.org/drawingml/2006/main">
            <a:pPr algn="ctr">
              <a:defRPr sz="1800" b="1">
                <a:solidFill>
                  <a:srgbClr val="277DC3"/>
                </a:solidFill>
              </a:defRPr>
            </a:pPr>
            <a:r>
              <a:rPr sz="1800" b="1">
                <a:solidFill>
                  <a:srgbClr val="277DC3"/>
                </a:solidFill>
                <a:latin typeface="Microsoft YaHei"/>
                <a:ea typeface="Microsoft YaHei"/>
                <a:cs typeface="Microsoft YaHei"/>
              </a:rPr>
              <a:t>PocRef</a:t>
            </a:r>
          </a:p>
        </p:txBody>
      </p:sp>
      <p:sp>
        <p:nvSpPr>
          <p:cNvPr id="61" name="公开引用">
            <a:extLst xmlns:a="http://schemas.openxmlformats.org/drawingml/2006/main">
              <a:ext uri="{FF2B5EF4-FFF2-40B4-BE49-F238E27FC236}">
                <a16:creationId xmlns:a16="http://schemas.microsoft.com/office/drawing/2014/main" id="{3B08F108-0ACE-43BC-9C84-5173FE4CB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5876925"/>
            <a:ext cx="2438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575" b="0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ctr">
              <a:defRPr sz="1575" b="0">
                <a:solidFill>
                  <a:srgbClr val="233E54"/>
                </a:solidFill>
              </a:defRPr>
            </a:pPr>
            <a:r>
              <a:rPr sz="1575" b="0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公开引用</a:t>
            </a:r>
          </a:p>
        </p:txBody>
      </p:sp>
      <p:sp>
        <p:nvSpPr>
          <p:cNvPr id="62" name="boundary">
            <a:extLst xmlns:a="http://schemas.openxmlformats.org/drawingml/2006/main">
              <a:ext uri="{FF2B5EF4-FFF2-40B4-BE49-F238E27FC236}">
                <a16:creationId xmlns:a16="http://schemas.microsoft.com/office/drawing/2014/main" id="{E76D01D0-C1BE-4728-8941-F8A4D3D76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7175" y="4143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63" name="boundary">
            <a:extLst xmlns:a="http://schemas.openxmlformats.org/drawingml/2006/main">
              <a:ext uri="{FF2B5EF4-FFF2-40B4-BE49-F238E27FC236}">
                <a16:creationId xmlns:a16="http://schemas.microsoft.com/office/drawing/2014/main" id="{AADCA866-009E-4B71-AAD5-4C883C34A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4143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65" name="boundary">
            <a:extLst xmlns:a="http://schemas.openxmlformats.org/drawingml/2006/main">
              <a:ext uri="{FF2B5EF4-FFF2-40B4-BE49-F238E27FC236}">
                <a16:creationId xmlns:a16="http://schemas.microsoft.com/office/drawing/2014/main" id="{E126378C-90EE-4EE6-A3E9-BBB599780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4143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66" name="boundary">
            <a:extLst xmlns:a="http://schemas.openxmlformats.org/drawingml/2006/main">
              <a:ext uri="{FF2B5EF4-FFF2-40B4-BE49-F238E27FC236}">
                <a16:creationId xmlns:a16="http://schemas.microsoft.com/office/drawing/2014/main" id="{3D5ECA3F-CE30-495C-BBD8-C77036613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59245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68" name="boundary">
            <a:extLst xmlns:a="http://schemas.openxmlformats.org/drawingml/2006/main">
              <a:ext uri="{FF2B5EF4-FFF2-40B4-BE49-F238E27FC236}">
                <a16:creationId xmlns:a16="http://schemas.microsoft.com/office/drawing/2014/main" id="{6EF01C71-9F16-4BFC-9136-C5E56C984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59245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69" name="boundary">
            <a:extLst xmlns:a="http://schemas.openxmlformats.org/drawingml/2006/main">
              <a:ext uri="{FF2B5EF4-FFF2-40B4-BE49-F238E27FC236}">
                <a16:creationId xmlns:a16="http://schemas.microsoft.com/office/drawing/2014/main" id="{E412F7AA-3932-4AEE-812E-9157A8B91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59245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71" name="HAS_POC_REF">
            <a:extLst xmlns:a="http://schemas.openxmlformats.org/drawingml/2006/main">
              <a:ext uri="{FF2B5EF4-FFF2-40B4-BE49-F238E27FC236}">
                <a16:creationId xmlns:a16="http://schemas.microsoft.com/office/drawing/2014/main" id="{B4912384-1B8D-4840-915D-24C578350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653415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275" b="0">
                <a:solidFill>
                  <a:srgbClr val="277DC3"/>
                </a:solidFill>
              </a:defRPr>
            </a:defPPr>
          </a:lstStyle>
          <a:p xmlns:a="http://schemas.openxmlformats.org/drawingml/2006/main">
            <a:pPr algn="ctr">
              <a:defRPr sz="1275" b="0">
                <a:solidFill>
                  <a:srgbClr val="277DC3"/>
                </a:solidFill>
              </a:defRPr>
            </a:pPr>
            <a:r>
              <a:rPr sz="1275" b="0">
                <a:solidFill>
                  <a:srgbClr val="277DC3"/>
                </a:solidFill>
                <a:latin typeface="Microsoft YaHei"/>
                <a:ea typeface="Microsoft YaHei"/>
                <a:cs typeface="Microsoft YaHei"/>
              </a:rPr>
              <a:t>HAS_POC_REF</a:t>
            </a:r>
          </a:p>
        </p:txBody>
      </p:sp>
      <p:sp>
        <p:nvSpPr>
          <p:cNvPr id="72" name="boundary">
            <a:extLst xmlns:a="http://schemas.openxmlformats.org/drawingml/2006/main">
              <a:ext uri="{FF2B5EF4-FFF2-40B4-BE49-F238E27FC236}">
                <a16:creationId xmlns:a16="http://schemas.microsoft.com/office/drawing/2014/main" id="{F5D4ED16-404C-42C0-9377-FDD5C5F25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5353050"/>
            <a:ext cx="2667000" cy="1133475"/>
          </a:xfrm>
          <a:prstGeom xmlns:a="http://schemas.openxmlformats.org/drawingml/2006/main" prst="roundRect">
            <a:avLst>
              <a:gd name="adj" fmla="val 10084"/>
            </a:avLst>
          </a:prstGeom>
          <a:solidFill xmlns:a="http://schemas.openxmlformats.org/drawingml/2006/main">
            <a:srgbClr val="E5F0DA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</p:sp>
      <p:sp>
        <p:nvSpPr>
          <p:cNvPr id="73" name="Paper / Article">
            <a:extLst xmlns:a="http://schemas.openxmlformats.org/drawingml/2006/main">
              <a:ext uri="{FF2B5EF4-FFF2-40B4-BE49-F238E27FC236}">
                <a16:creationId xmlns:a16="http://schemas.microsoft.com/office/drawing/2014/main" id="{982B7E7E-A3DE-4CED-B875-C6F5FD97F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5448300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800" b="1">
                <a:solidFill>
                  <a:srgbClr val="547D45"/>
                </a:solidFill>
              </a:defRPr>
            </a:defPPr>
          </a:lstStyle>
          <a:p xmlns:a="http://schemas.openxmlformats.org/drawingml/2006/main">
            <a:pPr algn="ctr">
              <a:defRPr sz="1800" b="1">
                <a:solidFill>
                  <a:srgbClr val="547D45"/>
                </a:solidFill>
              </a:defRPr>
            </a:pPr>
            <a:r>
              <a:rPr sz="1800" b="1">
                <a:solidFill>
                  <a:srgbClr val="547D45"/>
                </a:solidFill>
                <a:latin typeface="Microsoft YaHei"/>
                <a:ea typeface="Microsoft YaHei"/>
                <a:cs typeface="Microsoft YaHei"/>
              </a:rPr>
              <a:t>Paper / Article</a:t>
            </a:r>
          </a:p>
        </p:txBody>
      </p:sp>
      <p:sp>
        <p:nvSpPr>
          <p:cNvPr id="74" name="论文与文章">
            <a:extLst xmlns:a="http://schemas.openxmlformats.org/drawingml/2006/main">
              <a:ext uri="{FF2B5EF4-FFF2-40B4-BE49-F238E27FC236}">
                <a16:creationId xmlns:a16="http://schemas.microsoft.com/office/drawing/2014/main" id="{59F671D3-920F-4B22-A6EF-0E1E21AA0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5876925"/>
            <a:ext cx="2438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575" b="0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ctr">
              <a:defRPr sz="1575" b="0">
                <a:solidFill>
                  <a:srgbClr val="233E54"/>
                </a:solidFill>
              </a:defRPr>
            </a:pPr>
            <a:r>
              <a:rPr sz="1575" b="0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论文与文章</a:t>
            </a:r>
          </a:p>
        </p:txBody>
      </p:sp>
      <p:sp>
        <p:nvSpPr>
          <p:cNvPr id="75" name="boundary">
            <a:extLst xmlns:a="http://schemas.openxmlformats.org/drawingml/2006/main">
              <a:ext uri="{FF2B5EF4-FFF2-40B4-BE49-F238E27FC236}">
                <a16:creationId xmlns:a16="http://schemas.microsoft.com/office/drawing/2014/main" id="{17C93422-C759-4DC0-AE30-E883E0EA1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2825" y="4143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76" name="boundary">
            <a:extLst xmlns:a="http://schemas.openxmlformats.org/drawingml/2006/main">
              <a:ext uri="{FF2B5EF4-FFF2-40B4-BE49-F238E27FC236}">
                <a16:creationId xmlns:a16="http://schemas.microsoft.com/office/drawing/2014/main" id="{B9C9347C-BD85-4A54-B78D-E33BF5FC4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4143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78" name="boundary">
            <a:extLst xmlns:a="http://schemas.openxmlformats.org/drawingml/2006/main">
              <a:ext uri="{FF2B5EF4-FFF2-40B4-BE49-F238E27FC236}">
                <a16:creationId xmlns:a16="http://schemas.microsoft.com/office/drawing/2014/main" id="{72EF537C-A6F7-4A67-A70B-792EA22F7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4143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79" name="boundary">
            <a:extLst xmlns:a="http://schemas.openxmlformats.org/drawingml/2006/main">
              <a:ext uri="{FF2B5EF4-FFF2-40B4-BE49-F238E27FC236}">
                <a16:creationId xmlns:a16="http://schemas.microsoft.com/office/drawing/2014/main" id="{2C9E6C14-BCFD-4592-AE3F-C441C6DD5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59245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81" name="boundary">
            <a:extLst xmlns:a="http://schemas.openxmlformats.org/drawingml/2006/main">
              <a:ext uri="{FF2B5EF4-FFF2-40B4-BE49-F238E27FC236}">
                <a16:creationId xmlns:a16="http://schemas.microsoft.com/office/drawing/2014/main" id="{486A69F0-BCB6-4890-A696-68958BFC6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59245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82" name="boundary">
            <a:extLst xmlns:a="http://schemas.openxmlformats.org/drawingml/2006/main">
              <a:ext uri="{FF2B5EF4-FFF2-40B4-BE49-F238E27FC236}">
                <a16:creationId xmlns:a16="http://schemas.microsoft.com/office/drawing/2014/main" id="{85560483-1293-4A0A-9E14-AE3BA65C1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59245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84" name="DISCUSSED_IN">
            <a:extLst xmlns:a="http://schemas.openxmlformats.org/drawingml/2006/main">
              <a:ext uri="{FF2B5EF4-FFF2-40B4-BE49-F238E27FC236}">
                <a16:creationId xmlns:a16="http://schemas.microsoft.com/office/drawing/2014/main" id="{4C045E0B-FDDD-4BFA-8AB0-88A4D5B89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653415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275" b="0">
                <a:solidFill>
                  <a:srgbClr val="547D45"/>
                </a:solidFill>
              </a:defRPr>
            </a:defPPr>
          </a:lstStyle>
          <a:p xmlns:a="http://schemas.openxmlformats.org/drawingml/2006/main">
            <a:pPr algn="ctr">
              <a:defRPr sz="1275" b="0">
                <a:solidFill>
                  <a:srgbClr val="547D45"/>
                </a:solidFill>
              </a:defRPr>
            </a:pPr>
            <a:r>
              <a:rPr sz="1275" b="0">
                <a:solidFill>
                  <a:srgbClr val="547D45"/>
                </a:solidFill>
                <a:latin typeface="Microsoft YaHei"/>
                <a:ea typeface="Microsoft YaHei"/>
                <a:cs typeface="Microsoft YaHei"/>
              </a:rPr>
              <a:t>DISCUSSED_IN</a:t>
            </a:r>
          </a:p>
        </p:txBody>
      </p:sp>
      <p:sp>
        <p:nvSpPr>
          <p:cNvPr id="85" name="规则理由：aliases 含 CVE">
            <a:extLst xmlns:a="http://schemas.openxmlformats.org/drawingml/2006/main">
              <a:ext uri="{FF2B5EF4-FFF2-40B4-BE49-F238E27FC236}">
                <a16:creationId xmlns:a16="http://schemas.microsoft.com/office/drawing/2014/main" id="{85A19BE9-3411-4B7F-8088-DF5AB60C3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1495425"/>
            <a:ext cx="3810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575" b="0">
                <a:solidFill>
                  <a:srgbClr val="277DC3"/>
                </a:solidFill>
              </a:defRPr>
            </a:defPPr>
          </a:lstStyle>
          <a:p xmlns:a="http://schemas.openxmlformats.org/drawingml/2006/main">
            <a:pPr algn="ctr">
              <a:defRPr sz="1575" b="0">
                <a:solidFill>
                  <a:srgbClr val="277DC3"/>
                </a:solidFill>
              </a:defRPr>
            </a:pPr>
            <a:r>
              <a:rPr sz="1575" b="0">
                <a:solidFill>
                  <a:srgbClr val="277DC3"/>
                </a:solidFill>
                <a:latin typeface="Microsoft YaHei"/>
                <a:ea typeface="Microsoft YaHei"/>
                <a:cs typeface="Microsoft YaHei"/>
              </a:rPr>
              <a:t>规则理由：aliases 含 CVE</a:t>
            </a:r>
          </a:p>
        </p:txBody>
      </p:sp>
      <p:sp>
        <p:nvSpPr>
          <p:cNvPr id="86" name="弱关联：摘要相似 + 组件共现">
            <a:extLst xmlns:a="http://schemas.openxmlformats.org/drawingml/2006/main">
              <a:ext uri="{FF2B5EF4-FFF2-40B4-BE49-F238E27FC236}">
                <a16:creationId xmlns:a16="http://schemas.microsoft.com/office/drawing/2014/main" id="{69840AC3-7B1A-4938-AE66-592238921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038350"/>
            <a:ext cx="39719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575" b="0">
                <a:solidFill>
                  <a:srgbClr val="547D45"/>
                </a:solidFill>
              </a:defRPr>
            </a:defPPr>
          </a:lstStyle>
          <a:p xmlns:a="http://schemas.openxmlformats.org/drawingml/2006/main">
            <a:pPr algn="ctr">
              <a:defRPr sz="1575" b="0">
                <a:solidFill>
                  <a:srgbClr val="547D45"/>
                </a:solidFill>
              </a:defRPr>
            </a:pPr>
            <a:r>
              <a:rPr sz="1575" b="0">
                <a:solidFill>
                  <a:srgbClr val="547D45"/>
                </a:solidFill>
                <a:latin typeface="Microsoft YaHei"/>
                <a:ea typeface="Microsoft YaHei"/>
                <a:cs typeface="Microsoft YaHei"/>
              </a:rPr>
              <a:t>弱关联：摘要相似 + 组件共现</a:t>
            </a:r>
          </a:p>
        </p:txBody>
      </p:sp>
      <p:sp>
        <p:nvSpPr>
          <p:cNvPr id="87" name="处置关联：修复 + 缓解模板 版本求解：清单 × 影响区间">
            <a:extLst xmlns:a="http://schemas.openxmlformats.org/drawingml/2006/main">
              <a:ext uri="{FF2B5EF4-FFF2-40B4-BE49-F238E27FC236}">
                <a16:creationId xmlns:a16="http://schemas.microsoft.com/office/drawing/2014/main" id="{43DC4000-E84B-4CF7-9908-B559C45E9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5476875"/>
            <a:ext cx="4257675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725" b="0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ctr">
              <a:defRPr sz="1725" b="0">
                <a:solidFill>
                  <a:srgbClr val="233E54"/>
                </a:solidFill>
              </a:defRPr>
            </a:pPr>
            <a:r>
              <a:rPr sz="1725" b="0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处置关联：修复 + 缓解模板</a:t>
            </a:r>
          </a:p>
          <a:p xmlns:a="http://schemas.openxmlformats.org/drawingml/2006/main">
            <a:pPr algn="ctr">
              <a:defRPr sz="1725" b="0">
                <a:solidFill>
                  <a:srgbClr val="233E54"/>
                </a:solidFill>
              </a:defRPr>
            </a:pPr>
            <a:r>
              <a:rPr sz="1725" b="0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版本求解：清单 × 影响区间</a:t>
            </a:r>
          </a:p>
        </p:txBody>
      </p:sp>
      <p:sp>
        <p:nvSpPr>
          <p:cNvPr id="88" name="实线表示确定性关联；虚线表示须经 Critic 校验的弱关联">
            <a:extLst xmlns:a="http://schemas.openxmlformats.org/drawingml/2006/main">
              <a:ext uri="{FF2B5EF4-FFF2-40B4-BE49-F238E27FC236}">
                <a16:creationId xmlns:a16="http://schemas.microsoft.com/office/drawing/2014/main" id="{B38FAE2A-F257-4CCA-8FA4-924CC2199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7353300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350" b="0">
                <a:solidFill>
                  <a:srgbClr val="657D8E"/>
                </a:solidFill>
              </a:defRPr>
            </a:defPPr>
          </a:lstStyle>
          <a:p xmlns:a="http://schemas.openxmlformats.org/drawingml/2006/main">
            <a:pPr algn="ctr">
              <a:defRPr sz="1350" b="0">
                <a:solidFill>
                  <a:srgbClr val="657D8E"/>
                </a:solidFill>
              </a:defRPr>
            </a:pPr>
            <a:r>
              <a:rPr sz="1350" b="0">
                <a:solidFill>
                  <a:srgbClr val="657D8E"/>
                </a:solidFill>
                <a:latin typeface="Microsoft YaHei"/>
                <a:ea typeface="Microsoft YaHei"/>
                <a:cs typeface="Microsoft YaHei"/>
              </a:rPr>
              <a:t>实线表示确定性关联；虚线表示须经 Critic 校验的弱关联</a:t>
            </a:r>
          </a:p>
        </p:txBody>
      </p:sp>
    </p:spTree>
    <p:extLst>
      <p:ext uri="{BB962C8B-B14F-4D97-AF65-F5344CB8AC3E}">
        <p14:creationId xmlns:p14="http://schemas.microsoft.com/office/powerpoint/2010/main" val="340899835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F8A45167-35B9-41EC-A4C1-F3547AE38126}"/>
              </a:ext>
            </a:extLst>
          </p:cNvPr>
          <p:cNvCxnSpPr>
            <a:stCxn xmlns:a="http://schemas.openxmlformats.org/drawingml/2006/main" id="43" idx="3"/>
            <a:endCxn xmlns:a="http://schemas.openxmlformats.org/drawingml/2006/main" id="44" idx="1"/>
          </p:cNvCxnSpPr>
          <p:nvPr/>
        </p:nvCxnSpPr>
        <p:spPr>
          <a:xfrm xmlns:a="http://schemas.openxmlformats.org/drawingml/2006/main" flipH="1">
            <a:off x="8477250" y="5839302"/>
            <a:ext cx="953" cy="47625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547D45"/>
            </a:solidFill>
            <a:prstDash val="solid"/>
            <a:tailEnd type="triangle" w="sm" len="sm"/>
          </a:ln>
        </p:spPr>
      </p:cxnSp>
      <p:cxnSp>
        <p:nvCxn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26D078B4-0473-4A8F-9F16-0F9348B849BD}"/>
              </a:ext>
            </a:extLst>
          </p:cNvPr>
          <p:cNvCxnSpPr>
            <a:stCxn xmlns:a="http://schemas.openxmlformats.org/drawingml/2006/main" id="40" idx="3"/>
            <a:endCxn xmlns:a="http://schemas.openxmlformats.org/drawingml/2006/main" id="41" idx="1"/>
          </p:cNvCxnSpPr>
          <p:nvPr/>
        </p:nvCxnSpPr>
        <p:spPr>
          <a:xfrm xmlns:a="http://schemas.openxmlformats.org/drawingml/2006/main" flipH="1">
            <a:off x="8477250" y="5839302"/>
            <a:ext cx="534353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547D45"/>
            </a:solidFill>
            <a:prstDash val="solid"/>
          </a:ln>
        </p:spPr>
      </p:cxnSp>
      <p:cxnSp>
        <p:nvCxn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A1201CF-F26C-42A1-9563-729B206AEB25}"/>
              </a:ext>
            </a:extLst>
          </p:cNvPr>
          <p:cNvCxnSpPr>
            <a:stCxn xmlns:a="http://schemas.openxmlformats.org/drawingml/2006/main" id="37" idx="3"/>
            <a:endCxn xmlns:a="http://schemas.openxmlformats.org/drawingml/2006/main" id="38" idx="1"/>
          </p:cNvCxnSpPr>
          <p:nvPr/>
        </p:nvCxnSpPr>
        <p:spPr>
          <a:xfrm xmlns:a="http://schemas.openxmlformats.org/drawingml/2006/main" flipH="1">
            <a:off x="2952750" y="5839302"/>
            <a:ext cx="953" cy="47625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277DC3"/>
            </a:solidFill>
            <a:prstDash val="solid"/>
            <a:tailEnd type="triangle" w="sm" len="sm"/>
          </a:ln>
        </p:spPr>
      </p:cxnSp>
      <p:cxnSp>
        <p:nvCxn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CF1052A-1439-4811-AD2C-7D22519DB0D1}"/>
              </a:ext>
            </a:extLst>
          </p:cNvPr>
          <p:cNvCxnSpPr>
            <a:stCxn xmlns:a="http://schemas.openxmlformats.org/drawingml/2006/main" id="34" idx="3"/>
            <a:endCxn xmlns:a="http://schemas.openxmlformats.org/drawingml/2006/main" id="35" idx="1"/>
          </p:cNvCxnSpPr>
          <p:nvPr/>
        </p:nvCxnSpPr>
        <p:spPr>
          <a:xfrm xmlns:a="http://schemas.openxmlformats.org/drawingml/2006/main" flipH="1">
            <a:off x="2952750" y="5839302"/>
            <a:ext cx="6058853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277DC3"/>
            </a:solidFill>
            <a:prstDash val="solid"/>
          </a:ln>
        </p:spPr>
      </p:cxnSp>
      <p:cxnSp>
        <p:nvCxn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1F9CCD8-3A23-4CB8-86F5-5687ECF00C96}"/>
              </a:ext>
            </a:extLst>
          </p:cNvPr>
          <p:cNvCxnSpPr>
            <a:stCxn xmlns:a="http://schemas.openxmlformats.org/drawingml/2006/main" id="31" idx="3"/>
            <a:endCxn xmlns:a="http://schemas.openxmlformats.org/drawingml/2006/main" id="32" idx="1"/>
          </p:cNvCxnSpPr>
          <p:nvPr/>
        </p:nvCxnSpPr>
        <p:spPr>
          <a:xfrm xmlns:a="http://schemas.openxmlformats.org/drawingml/2006/main" flipH="1">
            <a:off x="9010650" y="5363052"/>
            <a:ext cx="953" cy="47625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277DC3"/>
            </a:solidFill>
            <a:prstDash val="solid"/>
          </a:ln>
        </p:spPr>
      </p:cxnSp>
      <p:cxnSp>
        <p:nvCxn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43023E9-0EBC-4A03-9E39-0AD5FEBE7283}"/>
              </a:ext>
            </a:extLst>
          </p:cNvPr>
          <p:cNvCxnSpPr>
            <a:stCxn xmlns:a="http://schemas.openxmlformats.org/drawingml/2006/main" id="26" idx="3"/>
            <a:endCxn xmlns:a="http://schemas.openxmlformats.org/drawingml/2006/main" id="27" idx="1"/>
          </p:cNvCxnSpPr>
          <p:nvPr/>
        </p:nvCxnSpPr>
        <p:spPr>
          <a:xfrm xmlns:a="http://schemas.openxmlformats.org/drawingml/2006/main" flipH="1">
            <a:off x="2419350" y="4515327"/>
            <a:ext cx="953" cy="161925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277DC3"/>
            </a:solidFill>
            <a:prstDash val="solid"/>
            <a:tailEnd type="triangle" w="sm" len="sm"/>
          </a:ln>
        </p:spPr>
      </p:cxnSp>
      <p:cxnSp>
        <p:nvCxn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8B2FBB8-D2A8-4D3D-8AC9-0510BBC8A80A}"/>
              </a:ext>
            </a:extLst>
          </p:cNvPr>
          <p:cNvCxnSpPr>
            <a:stCxn xmlns:a="http://schemas.openxmlformats.org/drawingml/2006/main" id="23" idx="3"/>
            <a:endCxn xmlns:a="http://schemas.openxmlformats.org/drawingml/2006/main" id="24" idx="1"/>
          </p:cNvCxnSpPr>
          <p:nvPr/>
        </p:nvCxnSpPr>
        <p:spPr>
          <a:xfrm xmlns:a="http://schemas.openxmlformats.org/drawingml/2006/main" flipH="1">
            <a:off x="2419350" y="4515327"/>
            <a:ext cx="3296603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277DC3"/>
            </a:solidFill>
            <a:prstDash val="solid"/>
          </a:ln>
        </p:spPr>
      </p:cxnSp>
      <p:cxnSp>
        <p:nvCxn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B4D2C6A-D851-49FC-BDBF-AEB3C98BF4B5}"/>
              </a:ext>
            </a:extLst>
          </p:cNvPr>
          <p:cNvCxnSpPr>
            <a:stCxn xmlns:a="http://schemas.openxmlformats.org/drawingml/2006/main" id="20" idx="3"/>
            <a:endCxn xmlns:a="http://schemas.openxmlformats.org/drawingml/2006/main" id="21" idx="1"/>
          </p:cNvCxnSpPr>
          <p:nvPr/>
        </p:nvCxnSpPr>
        <p:spPr>
          <a:xfrm xmlns:a="http://schemas.openxmlformats.org/drawingml/2006/main" flipH="1">
            <a:off x="5715000" y="4324827"/>
            <a:ext cx="953" cy="19050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277DC3"/>
            </a:solidFill>
            <a:prstDash val="solid"/>
          </a:ln>
        </p:spPr>
      </p:cxnSp>
      <p:cxnSp>
        <p:nvCxn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0B3C88C-7003-4284-8EE0-0304293582FF}"/>
              </a:ext>
            </a:extLst>
          </p:cNvPr>
          <p:cNvCxnSpPr>
            <a:stCxn xmlns:a="http://schemas.openxmlformats.org/drawingml/2006/main" id="16" idx="3"/>
            <a:endCxn xmlns:a="http://schemas.openxmlformats.org/drawingml/2006/main" id="17" idx="1"/>
          </p:cNvCxnSpPr>
          <p:nvPr/>
        </p:nvCxnSpPr>
        <p:spPr>
          <a:xfrm xmlns:a="http://schemas.openxmlformats.org/drawingml/2006/main">
            <a:off x="7131050" y="5019675"/>
            <a:ext cx="51435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277DC3"/>
            </a:solidFill>
            <a:prstDash val="solid"/>
            <a:tailEnd type="triangle" w="sm" len="sm"/>
          </a:ln>
        </p:spPr>
      </p:cxnSp>
      <p:cxnSp>
        <p:nvCxn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DC645B5-2F53-4F56-9595-61CB7EE494C4}"/>
              </a:ext>
            </a:extLst>
          </p:cNvPr>
          <p:cNvCxnSpPr>
            <a:stCxn xmlns:a="http://schemas.openxmlformats.org/drawingml/2006/main" id="15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3784600" y="5019675"/>
            <a:ext cx="51435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277DC3"/>
            </a:solidFill>
            <a:prstDash val="solid"/>
            <a:tailEnd type="triangle" w="sm" len="sm"/>
          </a:ln>
        </p:spPr>
      </p:cxnSp>
      <p:cxnSp>
        <p:nvCxn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A92182F-AD00-4413-9E5E-EE5EC96F902B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 flipH="1">
            <a:off x="5715000" y="1705452"/>
            <a:ext cx="953" cy="4572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77DC3"/>
            </a:solidFill>
            <a:prstDash val="solid"/>
            <a:tailEnd type="triangle" w="sm" len="sm"/>
          </a:ln>
        </p:spPr>
      </p:cxnSp>
      <p:sp>
        <p:nvSpPr>
          <p:cNvPr id="47" name="F-15">
            <a:extLst xmlns:a="http://schemas.openxmlformats.org/drawingml/2006/main">
              <a:ext uri="{FF2B5EF4-FFF2-40B4-BE49-F238E27FC236}">
                <a16:creationId xmlns:a16="http://schemas.microsoft.com/office/drawing/2014/main" id="{EA12DA29-98E9-4501-A14B-8CC8127D1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9075"/>
            <a:ext cx="95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l">
              <a:defRPr sz="1650" b="1">
                <a:solidFill>
                  <a:srgbClr val="277DC3"/>
                </a:solidFill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277DC3"/>
                </a:solidFill>
              </a:defRPr>
            </a:pPr>
            <a:r>
              <a:rPr sz="1650" b="1">
                <a:solidFill>
                  <a:srgbClr val="277DC3"/>
                </a:solidFill>
                <a:latin typeface="Microsoft YaHei"/>
                <a:ea typeface="Microsoft YaHei"/>
                <a:cs typeface="Microsoft YaHei"/>
              </a:rPr>
              <a:t>F-15</a:t>
            </a:r>
          </a:p>
        </p:txBody>
      </p:sp>
      <p:sp>
        <p:nvSpPr>
          <p:cNvPr id="2" name="多源冲突的逐字段裁决">
            <a:extLst xmlns:a="http://schemas.openxmlformats.org/drawingml/2006/main">
              <a:ext uri="{FF2B5EF4-FFF2-40B4-BE49-F238E27FC236}">
                <a16:creationId xmlns:a16="http://schemas.microsoft.com/office/drawing/2014/main" id="{6FFE22A5-1486-4708-B0EE-78595EC2D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152400"/>
            <a:ext cx="9525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l">
              <a:defRPr sz="2400" b="1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233E54"/>
                </a:solidFill>
              </a:defRPr>
            </a:pPr>
            <a:r>
              <a:rPr sz="2400" b="1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多源冲突的逐字段裁决</a:t>
            </a:r>
          </a:p>
        </p:txBody>
      </p:sp>
      <p:sp>
        <p:nvSpPr>
          <p:cNvPr id="3" name="boundary">
            <a:extLst xmlns:a="http://schemas.openxmlformats.org/drawingml/2006/main">
              <a:ext uri="{FF2B5EF4-FFF2-40B4-BE49-F238E27FC236}">
                <a16:creationId xmlns:a16="http://schemas.microsoft.com/office/drawing/2014/main" id="{EFF85DCD-4B9E-4AB5-9414-123F2D915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28675"/>
            <a:ext cx="10515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C4D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字段候选">
            <a:extLst xmlns:a="http://schemas.openxmlformats.org/drawingml/2006/main">
              <a:ext uri="{FF2B5EF4-FFF2-40B4-BE49-F238E27FC236}">
                <a16:creationId xmlns:a16="http://schemas.microsoft.com/office/drawing/2014/main" id="{1C51673C-8039-4573-A4E3-AE43CA570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209675"/>
            <a:ext cx="2857500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277DC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875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字段候选</a:t>
            </a:r>
          </a:p>
        </p:txBody>
      </p:sp>
      <p:sp>
        <p:nvSpPr>
          <p:cNvPr id="5" name="boundary">
            <a:extLst xmlns:a="http://schemas.openxmlformats.org/drawingml/2006/main">
              <a:ext uri="{FF2B5EF4-FFF2-40B4-BE49-F238E27FC236}">
                <a16:creationId xmlns:a16="http://schemas.microsoft.com/office/drawing/2014/main" id="{585E908C-8121-4120-8E19-C654274FF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17049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6" name="boundary">
            <a:extLst xmlns:a="http://schemas.openxmlformats.org/drawingml/2006/main">
              <a:ext uri="{FF2B5EF4-FFF2-40B4-BE49-F238E27FC236}">
                <a16:creationId xmlns:a16="http://schemas.microsoft.com/office/drawing/2014/main" id="{1F909356-72A7-43A9-9BF9-8C15593BA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1621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8" name="boundary">
            <a:extLst xmlns:a="http://schemas.openxmlformats.org/drawingml/2006/main">
              <a:ext uri="{FF2B5EF4-FFF2-40B4-BE49-F238E27FC236}">
                <a16:creationId xmlns:a16="http://schemas.microsoft.com/office/drawing/2014/main" id="{F8731115-1FFD-4AAE-B7B1-B23AB4ED8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143125"/>
            <a:ext cx="10477500" cy="1647825"/>
          </a:xfrm>
          <a:prstGeom xmlns:a="http://schemas.openxmlformats.org/drawingml/2006/main" prst="roundRect">
            <a:avLst>
              <a:gd name="adj" fmla="val 10405"/>
            </a:avLst>
          </a:prstGeom>
          <a:solidFill xmlns:a="http://schemas.openxmlformats.org/drawingml/2006/main">
            <a:srgbClr val="FFF1CB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</p:sp>
      <p:sp>
        <p:nvSpPr>
          <p:cNvPr id="9" name="优先处理特例">
            <a:extLst xmlns:a="http://schemas.openxmlformats.org/drawingml/2006/main">
              <a:ext uri="{FF2B5EF4-FFF2-40B4-BE49-F238E27FC236}">
                <a16:creationId xmlns:a16="http://schemas.microsoft.com/office/drawing/2014/main" id="{12228AD9-88AD-445D-8CAA-8DED614EA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238375"/>
            <a:ext cx="10134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l">
              <a:defRPr sz="1800" b="1">
                <a:solidFill>
                  <a:srgbClr val="A67A20"/>
                </a:solidFill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A67A20"/>
                </a:solidFill>
              </a:defRPr>
            </a:pPr>
            <a:r>
              <a:rPr sz="1800" b="1">
                <a:solidFill>
                  <a:srgbClr val="A67A20"/>
                </a:solidFill>
                <a:latin typeface="Microsoft YaHei"/>
                <a:ea typeface="Microsoft YaHei"/>
                <a:cs typeface="Microsoft YaHei"/>
              </a:rPr>
              <a:t>优先处理特例</a:t>
            </a:r>
          </a:p>
        </p:txBody>
      </p:sp>
      <p:sp>
        <p:nvSpPr>
          <p:cNvPr id="10" name="KEV 专属">
            <a:extLst xmlns:a="http://schemas.openxmlformats.org/drawingml/2006/main">
              <a:ext uri="{FF2B5EF4-FFF2-40B4-BE49-F238E27FC236}">
                <a16:creationId xmlns:a16="http://schemas.microsoft.com/office/drawing/2014/main" id="{A5853390-A040-46EC-A5D4-6846585A0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00350"/>
            <a:ext cx="2190750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DEC989"/>
            </a:solidFill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875" b="1">
                <a:solidFill>
                  <a:srgbClr val="A67A20"/>
                </a:solidFill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A67A20"/>
                </a:solidFill>
              </a:defRPr>
            </a:pPr>
            <a:r>
              <a:rPr sz="1875" b="1">
                <a:solidFill>
                  <a:srgbClr val="A67A20"/>
                </a:solidFill>
                <a:latin typeface="Microsoft YaHei"/>
                <a:ea typeface="Microsoft YaHei"/>
                <a:cs typeface="Microsoft YaHei"/>
              </a:rPr>
              <a:t>KEV 专属</a:t>
            </a:r>
          </a:p>
        </p:txBody>
      </p:sp>
      <p:sp>
        <p:nvSpPr>
          <p:cNvPr id="11" name="一级撤回">
            <a:extLst xmlns:a="http://schemas.openxmlformats.org/drawingml/2006/main">
              <a:ext uri="{FF2B5EF4-FFF2-40B4-BE49-F238E27FC236}">
                <a16:creationId xmlns:a16="http://schemas.microsoft.com/office/drawing/2014/main" id="{C3EEBF80-71C0-4283-8B35-4E2AE2259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800350"/>
            <a:ext cx="2190750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DEC989"/>
            </a:solidFill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875" b="1">
                <a:solidFill>
                  <a:srgbClr val="A67A20"/>
                </a:solidFill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A67A20"/>
                </a:solidFill>
              </a:defRPr>
            </a:pPr>
            <a:r>
              <a:rPr sz="1875" b="1">
                <a:solidFill>
                  <a:srgbClr val="A67A20"/>
                </a:solidFill>
                <a:latin typeface="Microsoft YaHei"/>
                <a:ea typeface="Microsoft YaHei"/>
                <a:cs typeface="Microsoft YaHei"/>
              </a:rPr>
              <a:t>一级撤回</a:t>
            </a:r>
          </a:p>
        </p:txBody>
      </p:sp>
      <p:sp>
        <p:nvSpPr>
          <p:cNvPr id="12" name="区间互斥">
            <a:extLst xmlns:a="http://schemas.openxmlformats.org/drawingml/2006/main">
              <a:ext uri="{FF2B5EF4-FFF2-40B4-BE49-F238E27FC236}">
                <a16:creationId xmlns:a16="http://schemas.microsoft.com/office/drawing/2014/main" id="{58BF50A7-6F6F-4135-A336-331D0725E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800350"/>
            <a:ext cx="2190750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DEC989"/>
            </a:solidFill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875" b="1">
                <a:solidFill>
                  <a:srgbClr val="A67A20"/>
                </a:solidFill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A67A20"/>
                </a:solidFill>
              </a:defRPr>
            </a:pPr>
            <a:r>
              <a:rPr sz="1875" b="1">
                <a:solidFill>
                  <a:srgbClr val="A67A20"/>
                </a:solidFill>
                <a:latin typeface="Microsoft YaHei"/>
                <a:ea typeface="Microsoft YaHei"/>
                <a:cs typeface="Microsoft YaHei"/>
              </a:rPr>
              <a:t>区间互斥</a:t>
            </a:r>
          </a:p>
        </p:txBody>
      </p:sp>
      <p:sp>
        <p:nvSpPr>
          <p:cNvPr id="13" name="双 CVE">
            <a:extLst xmlns:a="http://schemas.openxmlformats.org/drawingml/2006/main">
              <a:ext uri="{FF2B5EF4-FFF2-40B4-BE49-F238E27FC236}">
                <a16:creationId xmlns:a16="http://schemas.microsoft.com/office/drawing/2014/main" id="{C9F0C5F0-589D-4486-85F0-ADF4F1F8C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800350"/>
            <a:ext cx="2190750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DEC989"/>
            </a:solidFill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875" b="1">
                <a:solidFill>
                  <a:srgbClr val="A67A20"/>
                </a:solidFill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A67A20"/>
                </a:solidFill>
              </a:defRPr>
            </a:pPr>
            <a:r>
              <a:rPr sz="1875" b="1">
                <a:solidFill>
                  <a:srgbClr val="A67A20"/>
                </a:solidFill>
                <a:latin typeface="Microsoft YaHei"/>
                <a:ea typeface="Microsoft YaHei"/>
                <a:cs typeface="Microsoft YaHei"/>
              </a:rPr>
              <a:t>双 CVE</a:t>
            </a:r>
          </a:p>
        </p:txBody>
      </p:sp>
      <p:sp>
        <p:nvSpPr>
          <p:cNvPr id="14" name="并集、撤回、保留候选">
            <a:extLst xmlns:a="http://schemas.openxmlformats.org/drawingml/2006/main">
              <a:ext uri="{FF2B5EF4-FFF2-40B4-BE49-F238E27FC236}">
                <a16:creationId xmlns:a16="http://schemas.microsoft.com/office/drawing/2014/main" id="{2849B2B7-4D49-4C84-A203-771283E2B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924300"/>
            <a:ext cx="447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800" b="0">
                <a:solidFill>
                  <a:srgbClr val="A67A20"/>
                </a:solidFill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A67A20"/>
                </a:solidFill>
              </a:defRPr>
            </a:pPr>
            <a:r>
              <a:rPr sz="1800" b="0">
                <a:solidFill>
                  <a:srgbClr val="A67A20"/>
                </a:solidFill>
                <a:latin typeface="Microsoft YaHei"/>
                <a:ea typeface="Microsoft YaHei"/>
                <a:cs typeface="Microsoft YaHei"/>
              </a:rPr>
              <a:t>并集、撤回、保留候选</a:t>
            </a:r>
          </a:p>
        </p:txBody>
      </p:sp>
      <p:sp>
        <p:nvSpPr>
          <p:cNvPr id="15" name="可信度等级">
            <a:extLst xmlns:a="http://schemas.openxmlformats.org/drawingml/2006/main">
              <a:ext uri="{FF2B5EF4-FFF2-40B4-BE49-F238E27FC236}">
                <a16:creationId xmlns:a16="http://schemas.microsoft.com/office/drawing/2014/main" id="{BC371C2E-E54C-4EA2-844A-3F4B160B2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676775"/>
            <a:ext cx="283210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AF4FC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800" b="1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ctr">
              <a:defRPr sz="1800" b="1">
                <a:solidFill>
                  <a:srgbClr val="233E54"/>
                </a:solidFill>
              </a:defRPr>
            </a:pPr>
            <a:r>
              <a:rPr sz="1800" b="1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可信度等级</a:t>
            </a:r>
          </a:p>
        </p:txBody>
      </p:sp>
      <p:sp>
        <p:nvSpPr>
          <p:cNvPr id="16" name="置信度">
            <a:extLst xmlns:a="http://schemas.openxmlformats.org/drawingml/2006/main">
              <a:ext uri="{FF2B5EF4-FFF2-40B4-BE49-F238E27FC236}">
                <a16:creationId xmlns:a16="http://schemas.microsoft.com/office/drawing/2014/main" id="{120ECFAF-6FE7-44BE-990B-C64C33BAB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8950" y="4676775"/>
            <a:ext cx="283210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AF4FC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800" b="1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ctr">
              <a:defRPr sz="1800" b="1">
                <a:solidFill>
                  <a:srgbClr val="233E54"/>
                </a:solidFill>
              </a:defRPr>
            </a:pPr>
            <a:r>
              <a:rPr sz="1800" b="1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置信度</a:t>
            </a:r>
          </a:p>
        </p:txBody>
      </p:sp>
      <p:sp>
        <p:nvSpPr>
          <p:cNvPr id="17" name="更新时间">
            <a:extLst xmlns:a="http://schemas.openxmlformats.org/drawingml/2006/main">
              <a:ext uri="{FF2B5EF4-FFF2-40B4-BE49-F238E27FC236}">
                <a16:creationId xmlns:a16="http://schemas.microsoft.com/office/drawing/2014/main" id="{8E7207A4-73BE-451A-BD79-97AF4322D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5400" y="4676775"/>
            <a:ext cx="283210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AF4FC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800" b="1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ctr">
              <a:defRPr sz="1800" b="1">
                <a:solidFill>
                  <a:srgbClr val="233E54"/>
                </a:solidFill>
              </a:defRPr>
            </a:pPr>
            <a:r>
              <a:rPr sz="1800" b="1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更新时间</a:t>
            </a:r>
          </a:p>
        </p:txBody>
      </p:sp>
      <p:sp>
        <p:nvSpPr>
          <p:cNvPr id="20" name="boundary">
            <a:extLst xmlns:a="http://schemas.openxmlformats.org/drawingml/2006/main">
              <a:ext uri="{FF2B5EF4-FFF2-40B4-BE49-F238E27FC236}">
                <a16:creationId xmlns:a16="http://schemas.microsoft.com/office/drawing/2014/main" id="{899FE74B-141C-49FF-A439-1DBE2C9E6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3243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1" name="boundary">
            <a:extLst xmlns:a="http://schemas.openxmlformats.org/drawingml/2006/main">
              <a:ext uri="{FF2B5EF4-FFF2-40B4-BE49-F238E27FC236}">
                <a16:creationId xmlns:a16="http://schemas.microsoft.com/office/drawing/2014/main" id="{66C5AB6B-DE31-4B90-85C2-658C38741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5148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3" name="boundary">
            <a:extLst xmlns:a="http://schemas.openxmlformats.org/drawingml/2006/main">
              <a:ext uri="{FF2B5EF4-FFF2-40B4-BE49-F238E27FC236}">
                <a16:creationId xmlns:a16="http://schemas.microsoft.com/office/drawing/2014/main" id="{2874CED8-1100-4977-A579-41D2D6D84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5148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4" name="boundary">
            <a:extLst xmlns:a="http://schemas.openxmlformats.org/drawingml/2006/main">
              <a:ext uri="{FF2B5EF4-FFF2-40B4-BE49-F238E27FC236}">
                <a16:creationId xmlns:a16="http://schemas.microsoft.com/office/drawing/2014/main" id="{E52180D0-1504-4A12-A315-D4D3689D1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45148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6" name="boundary">
            <a:extLst xmlns:a="http://schemas.openxmlformats.org/drawingml/2006/main">
              <a:ext uri="{FF2B5EF4-FFF2-40B4-BE49-F238E27FC236}">
                <a16:creationId xmlns:a16="http://schemas.microsoft.com/office/drawing/2014/main" id="{2CEB093B-0779-419D-9FA9-6D1BCEF4A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45148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7" name="boundary">
            <a:extLst xmlns:a="http://schemas.openxmlformats.org/drawingml/2006/main">
              <a:ext uri="{FF2B5EF4-FFF2-40B4-BE49-F238E27FC236}">
                <a16:creationId xmlns:a16="http://schemas.microsoft.com/office/drawing/2014/main" id="{F86EB29B-8DC8-4D85-AA9C-E9F9A8D3E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46767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9" name="主值 + provenance">
            <a:extLst xmlns:a="http://schemas.openxmlformats.org/drawingml/2006/main">
              <a:ext uri="{FF2B5EF4-FFF2-40B4-BE49-F238E27FC236}">
                <a16:creationId xmlns:a16="http://schemas.microsoft.com/office/drawing/2014/main" id="{8D78D1F0-BC32-4A3C-9DBB-127672F31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6315075"/>
            <a:ext cx="4476750" cy="733425"/>
          </a:xfrm>
          <a:prstGeom xmlns:a="http://schemas.openxmlformats.org/drawingml/2006/main" prst="roundRect">
            <a:avLst>
              <a:gd name="adj" fmla="val 15584"/>
            </a:avLst>
          </a:prstGeom>
          <a:solidFill xmlns:a="http://schemas.openxmlformats.org/drawingml/2006/main">
            <a:srgbClr val="EAF4FC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950" b="1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ctr">
              <a:defRPr sz="1950" b="1">
                <a:solidFill>
                  <a:srgbClr val="233E54"/>
                </a:solidFill>
              </a:defRPr>
            </a:pPr>
            <a:r>
              <a:rPr sz="1950" b="1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主值 + provenance</a:t>
            </a:r>
          </a:p>
        </p:txBody>
      </p:sp>
      <p:sp>
        <p:nvSpPr>
          <p:cNvPr id="30" name="落选值保留在 conflicts[]">
            <a:extLst xmlns:a="http://schemas.openxmlformats.org/drawingml/2006/main">
              <a:ext uri="{FF2B5EF4-FFF2-40B4-BE49-F238E27FC236}">
                <a16:creationId xmlns:a16="http://schemas.microsoft.com/office/drawing/2014/main" id="{D4080AB3-4BF5-4D4B-B491-92F60A7C1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6315075"/>
            <a:ext cx="4476750" cy="733425"/>
          </a:xfrm>
          <a:prstGeom xmlns:a="http://schemas.openxmlformats.org/drawingml/2006/main" prst="roundRect">
            <a:avLst>
              <a:gd name="adj" fmla="val 15584"/>
            </a:avLst>
          </a:prstGeom>
          <a:solidFill xmlns:a="http://schemas.openxmlformats.org/drawingml/2006/main">
            <a:srgbClr val="E5F0DA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875" b="1">
                <a:solidFill>
                  <a:srgbClr val="547D45"/>
                </a:solidFill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547D45"/>
                </a:solidFill>
              </a:defRPr>
            </a:pPr>
            <a:r>
              <a:rPr sz="1875" b="1">
                <a:solidFill>
                  <a:srgbClr val="547D45"/>
                </a:solidFill>
                <a:latin typeface="Microsoft YaHei"/>
                <a:ea typeface="Microsoft YaHei"/>
                <a:cs typeface="Microsoft YaHei"/>
              </a:rPr>
              <a:t>落选值保留在 conflicts[]</a:t>
            </a:r>
          </a:p>
        </p:txBody>
      </p:sp>
      <p:sp>
        <p:nvSpPr>
          <p:cNvPr id="31" name="boundary">
            <a:extLst xmlns:a="http://schemas.openxmlformats.org/drawingml/2006/main">
              <a:ext uri="{FF2B5EF4-FFF2-40B4-BE49-F238E27FC236}">
                <a16:creationId xmlns:a16="http://schemas.microsoft.com/office/drawing/2014/main" id="{3194E731-DAD4-42C1-8B37-0AED3F4F4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53625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32" name="boundary">
            <a:extLst xmlns:a="http://schemas.openxmlformats.org/drawingml/2006/main">
              <a:ext uri="{FF2B5EF4-FFF2-40B4-BE49-F238E27FC236}">
                <a16:creationId xmlns:a16="http://schemas.microsoft.com/office/drawing/2014/main" id="{86F8FE3B-EAD0-40D2-B3B0-B3CFECF45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58388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34" name="boundary">
            <a:extLst xmlns:a="http://schemas.openxmlformats.org/drawingml/2006/main">
              <a:ext uri="{FF2B5EF4-FFF2-40B4-BE49-F238E27FC236}">
                <a16:creationId xmlns:a16="http://schemas.microsoft.com/office/drawing/2014/main" id="{AEBCB979-A5B2-4F1C-A07D-21AD5810D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58388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35" name="boundary">
            <a:extLst xmlns:a="http://schemas.openxmlformats.org/drawingml/2006/main">
              <a:ext uri="{FF2B5EF4-FFF2-40B4-BE49-F238E27FC236}">
                <a16:creationId xmlns:a16="http://schemas.microsoft.com/office/drawing/2014/main" id="{32873E8B-DCB0-4FFE-B9FC-C393C30BB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58388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37" name="boundary">
            <a:extLst xmlns:a="http://schemas.openxmlformats.org/drawingml/2006/main">
              <a:ext uri="{FF2B5EF4-FFF2-40B4-BE49-F238E27FC236}">
                <a16:creationId xmlns:a16="http://schemas.microsoft.com/office/drawing/2014/main" id="{81964EEF-6A62-4569-9C5A-4819321C0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58388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38" name="boundary">
            <a:extLst xmlns:a="http://schemas.openxmlformats.org/drawingml/2006/main">
              <a:ext uri="{FF2B5EF4-FFF2-40B4-BE49-F238E27FC236}">
                <a16:creationId xmlns:a16="http://schemas.microsoft.com/office/drawing/2014/main" id="{180B3D5F-6C6F-4D00-924F-663469A78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63150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40" name="boundary">
            <a:extLst xmlns:a="http://schemas.openxmlformats.org/drawingml/2006/main">
              <a:ext uri="{FF2B5EF4-FFF2-40B4-BE49-F238E27FC236}">
                <a16:creationId xmlns:a16="http://schemas.microsoft.com/office/drawing/2014/main" id="{0949FF63-B447-44FF-8BAD-9407E4FCA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58388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41" name="boundary">
            <a:extLst xmlns:a="http://schemas.openxmlformats.org/drawingml/2006/main">
              <a:ext uri="{FF2B5EF4-FFF2-40B4-BE49-F238E27FC236}">
                <a16:creationId xmlns:a16="http://schemas.microsoft.com/office/drawing/2014/main" id="{8304100E-277A-4FCA-8B2B-55B49A96C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58388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43" name="boundary">
            <a:extLst xmlns:a="http://schemas.openxmlformats.org/drawingml/2006/main">
              <a:ext uri="{FF2B5EF4-FFF2-40B4-BE49-F238E27FC236}">
                <a16:creationId xmlns:a16="http://schemas.microsoft.com/office/drawing/2014/main" id="{567C4C05-1F94-4BF7-B96D-CADAFCA39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58388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44" name="boundary">
            <a:extLst xmlns:a="http://schemas.openxmlformats.org/drawingml/2006/main">
              <a:ext uri="{FF2B5EF4-FFF2-40B4-BE49-F238E27FC236}">
                <a16:creationId xmlns:a16="http://schemas.microsoft.com/office/drawing/2014/main" id="{B7E2C47E-A9B3-4B2C-9562-483C51285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63150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46" name="CVSS 10.0 与 9.8 均保留；主值选择不抹去分歧">
            <a:extLst xmlns:a="http://schemas.openxmlformats.org/drawingml/2006/main">
              <a:ext uri="{FF2B5EF4-FFF2-40B4-BE49-F238E27FC236}">
                <a16:creationId xmlns:a16="http://schemas.microsoft.com/office/drawing/2014/main" id="{48BB8D6F-1A82-4460-A296-B772323ED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7353300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350" b="0">
                <a:solidFill>
                  <a:srgbClr val="657D8E"/>
                </a:solidFill>
              </a:defRPr>
            </a:defPPr>
          </a:lstStyle>
          <a:p xmlns:a="http://schemas.openxmlformats.org/drawingml/2006/main">
            <a:pPr algn="ctr">
              <a:defRPr sz="1350" b="0">
                <a:solidFill>
                  <a:srgbClr val="657D8E"/>
                </a:solidFill>
              </a:defRPr>
            </a:pPr>
            <a:r>
              <a:rPr sz="1350" b="0">
                <a:solidFill>
                  <a:srgbClr val="657D8E"/>
                </a:solidFill>
                <a:latin typeface="Microsoft YaHei"/>
                <a:ea typeface="Microsoft YaHei"/>
                <a:cs typeface="Microsoft YaHei"/>
              </a:rPr>
              <a:t>CVSS 10.0 与 9.8 均保留；主值选择不抹去分歧</a:t>
            </a:r>
          </a:p>
        </p:txBody>
      </p:sp>
    </p:spTree>
    <p:extLst>
      <p:ext uri="{BB962C8B-B14F-4D97-AF65-F5344CB8AC3E}">
        <p14:creationId xmlns:p14="http://schemas.microsoft.com/office/powerpoint/2010/main" val="755338035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911F7189-F61A-454F-B0EB-09F935703076}"/>
              </a:ext>
            </a:extLst>
          </p:cNvPr>
          <p:cNvCxnSpPr>
            <a:stCxn xmlns:a="http://schemas.openxmlformats.org/drawingml/2006/main" id="55" idx="3"/>
            <a:endCxn xmlns:a="http://schemas.openxmlformats.org/drawingml/2006/main" id="56" idx="1"/>
          </p:cNvCxnSpPr>
          <p:nvPr/>
        </p:nvCxnSpPr>
        <p:spPr>
          <a:xfrm xmlns:a="http://schemas.openxmlformats.org/drawingml/2006/main" flipH="1">
            <a:off x="9382125" y="5153502"/>
            <a:ext cx="953" cy="447675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A67A20"/>
            </a:solidFill>
            <a:prstDash val="solid"/>
            <a:tailEnd type="triangle" w="sm" len="sm"/>
          </a:ln>
        </p:spPr>
      </p:cxnSp>
      <p:cxnSp>
        <p:nvCxn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33A0172D-9EDC-4CC5-89CC-066AD149B90F}"/>
              </a:ext>
            </a:extLst>
          </p:cNvPr>
          <p:cNvCxnSpPr>
            <a:stCxn xmlns:a="http://schemas.openxmlformats.org/drawingml/2006/main" id="52" idx="3"/>
            <a:endCxn xmlns:a="http://schemas.openxmlformats.org/drawingml/2006/main" id="53" idx="1"/>
          </p:cNvCxnSpPr>
          <p:nvPr/>
        </p:nvCxnSpPr>
        <p:spPr>
          <a:xfrm xmlns:a="http://schemas.openxmlformats.org/drawingml/2006/main">
            <a:off x="5715953" y="5153502"/>
            <a:ext cx="3666172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A67A20"/>
            </a:solidFill>
            <a:prstDash val="solid"/>
          </a:ln>
        </p:spPr>
      </p:cxnSp>
      <p:cxnSp>
        <p:nvCxn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63E5B277-2EC6-46C4-9BFA-4B83A08A6AE4}"/>
              </a:ext>
            </a:extLst>
          </p:cNvPr>
          <p:cNvCxnSpPr>
            <a:stCxn xmlns:a="http://schemas.openxmlformats.org/drawingml/2006/main" id="49" idx="3"/>
            <a:endCxn xmlns:a="http://schemas.openxmlformats.org/drawingml/2006/main" id="50" idx="1"/>
          </p:cNvCxnSpPr>
          <p:nvPr/>
        </p:nvCxnSpPr>
        <p:spPr>
          <a:xfrm xmlns:a="http://schemas.openxmlformats.org/drawingml/2006/main" flipH="1">
            <a:off x="5715000" y="4715352"/>
            <a:ext cx="953" cy="43815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A67A20"/>
            </a:solidFill>
            <a:prstDash val="solid"/>
          </a:ln>
        </p:spPr>
      </p:cxnSp>
      <p:cxnSp>
        <p:nvCxn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8920A882-B32C-43F2-A0B1-E46AF93C3BB2}"/>
              </a:ext>
            </a:extLst>
          </p:cNvPr>
          <p:cNvCxnSpPr>
            <a:stCxn xmlns:a="http://schemas.openxmlformats.org/drawingml/2006/main" id="45" idx="3"/>
            <a:endCxn xmlns:a="http://schemas.openxmlformats.org/drawingml/2006/main" id="46" idx="1"/>
          </p:cNvCxnSpPr>
          <p:nvPr/>
        </p:nvCxnSpPr>
        <p:spPr>
          <a:xfrm xmlns:a="http://schemas.openxmlformats.org/drawingml/2006/main" flipH="1">
            <a:off x="5715000" y="5153502"/>
            <a:ext cx="953" cy="447675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547D45"/>
            </a:solidFill>
            <a:prstDash val="solid"/>
            <a:tailEnd type="triangle" w="sm" len="sm"/>
          </a:ln>
        </p:spPr>
      </p:cxnSp>
      <p:cxnSp>
        <p:nvCxn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E924BAF-60D1-4115-B818-D6651D02F183}"/>
              </a:ext>
            </a:extLst>
          </p:cNvPr>
          <p:cNvCxnSpPr>
            <a:stCxn xmlns:a="http://schemas.openxmlformats.org/drawingml/2006/main" id="42" idx="3"/>
            <a:endCxn xmlns:a="http://schemas.openxmlformats.org/drawingml/2006/main" id="43" idx="1"/>
          </p:cNvCxnSpPr>
          <p:nvPr/>
        </p:nvCxnSpPr>
        <p:spPr>
          <a:xfrm xmlns:a="http://schemas.openxmlformats.org/drawingml/2006/main" flipH="1">
            <a:off x="5715000" y="5153502"/>
            <a:ext cx="953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547D45"/>
            </a:solidFill>
            <a:prstDash val="solid"/>
          </a:ln>
        </p:spPr>
      </p:cxnSp>
      <p:cxnSp>
        <p:nvCxn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DF1F89F-F8A7-483C-93AF-AA8D434B0CEB}"/>
              </a:ext>
            </a:extLst>
          </p:cNvPr>
          <p:cNvCxnSpPr>
            <a:stCxn xmlns:a="http://schemas.openxmlformats.org/drawingml/2006/main" id="39" idx="3"/>
            <a:endCxn xmlns:a="http://schemas.openxmlformats.org/drawingml/2006/main" id="40" idx="1"/>
          </p:cNvCxnSpPr>
          <p:nvPr/>
        </p:nvCxnSpPr>
        <p:spPr>
          <a:xfrm xmlns:a="http://schemas.openxmlformats.org/drawingml/2006/main" flipH="1">
            <a:off x="5715000" y="4715352"/>
            <a:ext cx="953" cy="43815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547D45"/>
            </a:solidFill>
            <a:prstDash val="solid"/>
          </a:ln>
        </p:spPr>
      </p:cxnSp>
      <p:cxnSp>
        <p:nvCxn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728F2BF-C6C7-4F2C-9146-A8345A6AB829}"/>
              </a:ext>
            </a:extLst>
          </p:cNvPr>
          <p:cNvCxnSpPr>
            <a:stCxn xmlns:a="http://schemas.openxmlformats.org/drawingml/2006/main" id="35" idx="3"/>
            <a:endCxn xmlns:a="http://schemas.openxmlformats.org/drawingml/2006/main" id="36" idx="1"/>
          </p:cNvCxnSpPr>
          <p:nvPr/>
        </p:nvCxnSpPr>
        <p:spPr>
          <a:xfrm xmlns:a="http://schemas.openxmlformats.org/drawingml/2006/main" flipH="1">
            <a:off x="2047875" y="5153502"/>
            <a:ext cx="953" cy="447675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AB554B"/>
            </a:solidFill>
            <a:prstDash val="solid"/>
            <a:tailEnd type="triangle" w="sm" len="sm"/>
          </a:ln>
        </p:spPr>
      </p:cxnSp>
      <p:cxnSp>
        <p:nvCxn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BF84811-CF5D-4678-BA76-70D821CD98DD}"/>
              </a:ext>
            </a:extLst>
          </p:cNvPr>
          <p:cNvCxnSpPr>
            <a:stCxn xmlns:a="http://schemas.openxmlformats.org/drawingml/2006/main" id="32" idx="3"/>
            <a:endCxn xmlns:a="http://schemas.openxmlformats.org/drawingml/2006/main" id="33" idx="1"/>
          </p:cNvCxnSpPr>
          <p:nvPr/>
        </p:nvCxnSpPr>
        <p:spPr>
          <a:xfrm xmlns:a="http://schemas.openxmlformats.org/drawingml/2006/main" flipH="1">
            <a:off x="2047875" y="5153502"/>
            <a:ext cx="3668078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AB554B"/>
            </a:solidFill>
            <a:prstDash val="solid"/>
          </a:ln>
        </p:spPr>
      </p:cxnSp>
      <p:cxnSp>
        <p:nvCxn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B36FBD6-764F-4559-86B2-C8BE0F7DC3B3}"/>
              </a:ext>
            </a:extLst>
          </p:cNvPr>
          <p:cNvCxnSpPr>
            <a:stCxn xmlns:a="http://schemas.openxmlformats.org/drawingml/2006/main" id="29" idx="3"/>
            <a:endCxn xmlns:a="http://schemas.openxmlformats.org/drawingml/2006/main" id="30" idx="1"/>
          </p:cNvCxnSpPr>
          <p:nvPr/>
        </p:nvCxnSpPr>
        <p:spPr>
          <a:xfrm xmlns:a="http://schemas.openxmlformats.org/drawingml/2006/main" flipH="1">
            <a:off x="5715000" y="4715352"/>
            <a:ext cx="953" cy="43815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AB554B"/>
            </a:solidFill>
            <a:prstDash val="solid"/>
          </a:ln>
        </p:spPr>
      </p:cxnSp>
      <p:cxnSp>
        <p:nvCxn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915929C-7E9F-41DA-A203-C46B07740E94}"/>
              </a:ext>
            </a:extLst>
          </p:cNvPr>
          <p:cNvCxnSpPr>
            <a:stCxn xmlns:a="http://schemas.openxmlformats.org/drawingml/2006/main" id="25" idx="3"/>
            <a:endCxn xmlns:a="http://schemas.openxmlformats.org/drawingml/2006/main" id="26" idx="1"/>
          </p:cNvCxnSpPr>
          <p:nvPr/>
        </p:nvCxnSpPr>
        <p:spPr>
          <a:xfrm xmlns:a="http://schemas.openxmlformats.org/drawingml/2006/main" flipH="1">
            <a:off x="5715000" y="3000852"/>
            <a:ext cx="2667953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277DC3"/>
            </a:solidFill>
            <a:prstDash val="solid"/>
          </a:ln>
        </p:spPr>
      </p:cxnSp>
      <p:cxnSp>
        <p:nvCxn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5A7E1B7-25CA-449E-B88F-55CAFEBFE2E1}"/>
              </a:ext>
            </a:extLst>
          </p:cNvPr>
          <p:cNvCxnSpPr>
            <a:stCxn xmlns:a="http://schemas.openxmlformats.org/drawingml/2006/main" id="22" idx="3"/>
            <a:endCxn xmlns:a="http://schemas.openxmlformats.org/drawingml/2006/main" id="23" idx="1"/>
          </p:cNvCxnSpPr>
          <p:nvPr/>
        </p:nvCxnSpPr>
        <p:spPr>
          <a:xfrm xmlns:a="http://schemas.openxmlformats.org/drawingml/2006/main" flipH="1">
            <a:off x="8382000" y="2572227"/>
            <a:ext cx="953" cy="428625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277DC3"/>
            </a:solidFill>
            <a:prstDash val="solid"/>
          </a:ln>
        </p:spPr>
      </p:cxnSp>
      <p:cxnSp>
        <p:nvCxn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FD371D2-6B54-4015-A025-76FF4BCC3389}"/>
              </a:ext>
            </a:extLst>
          </p:cNvPr>
          <p:cNvCxnSpPr>
            <a:stCxn xmlns:a="http://schemas.openxmlformats.org/drawingml/2006/main" id="19" idx="3"/>
            <a:endCxn xmlns:a="http://schemas.openxmlformats.org/drawingml/2006/main" id="20" idx="1"/>
          </p:cNvCxnSpPr>
          <p:nvPr/>
        </p:nvCxnSpPr>
        <p:spPr>
          <a:xfrm xmlns:a="http://schemas.openxmlformats.org/drawingml/2006/main" flipH="1">
            <a:off x="5715000" y="3000852"/>
            <a:ext cx="953" cy="47625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277DC3"/>
            </a:solidFill>
            <a:prstDash val="solid"/>
            <a:tailEnd type="triangle" w="sm" len="sm"/>
          </a:ln>
        </p:spPr>
      </p:cxnSp>
      <p:cxnSp>
        <p:nvCxn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41B8AAA-7650-4AC2-9519-FC0A8BACE4D0}"/>
              </a:ext>
            </a:extLst>
          </p:cNvPr>
          <p:cNvCxnSpPr>
            <a:stCxn xmlns:a="http://schemas.openxmlformats.org/drawingml/2006/main" id="16" idx="3"/>
            <a:endCxn xmlns:a="http://schemas.openxmlformats.org/drawingml/2006/main" id="17" idx="1"/>
          </p:cNvCxnSpPr>
          <p:nvPr/>
        </p:nvCxnSpPr>
        <p:spPr>
          <a:xfrm xmlns:a="http://schemas.openxmlformats.org/drawingml/2006/main">
            <a:off x="3048953" y="3000852"/>
            <a:ext cx="2666047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277DC3"/>
            </a:solidFill>
            <a:prstDash val="solid"/>
          </a:ln>
        </p:spPr>
      </p:cxnSp>
      <p:cxnSp>
        <p:nvCxn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3EFEAC2-7A56-4B09-843C-94A5B78A7B0C}"/>
              </a:ext>
            </a:extLst>
          </p:cNvPr>
          <p:cNvCxnSpPr>
            <a:stCxn xmlns:a="http://schemas.openxmlformats.org/drawingml/2006/main" id="13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 flipH="1">
            <a:off x="3048000" y="2572227"/>
            <a:ext cx="953" cy="428625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277DC3"/>
            </a:solidFill>
            <a:prstDash val="solid"/>
          </a:ln>
        </p:spPr>
      </p:cxnSp>
      <p:sp>
        <p:nvSpPr>
          <p:cNvPr id="60" name="F-16">
            <a:extLst xmlns:a="http://schemas.openxmlformats.org/drawingml/2006/main">
              <a:ext uri="{FF2B5EF4-FFF2-40B4-BE49-F238E27FC236}">
                <a16:creationId xmlns:a16="http://schemas.microsoft.com/office/drawing/2014/main" id="{6B62E5AD-253C-455F-8663-2FB5052BE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9075"/>
            <a:ext cx="95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l">
              <a:defRPr sz="1650" b="1">
                <a:solidFill>
                  <a:srgbClr val="277DC3"/>
                </a:solidFill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277DC3"/>
                </a:solidFill>
              </a:defRPr>
            </a:pPr>
            <a:r>
              <a:rPr sz="1650" b="1">
                <a:solidFill>
                  <a:srgbClr val="277DC3"/>
                </a:solidFill>
                <a:latin typeface="Microsoft YaHei"/>
                <a:ea typeface="Microsoft YaHei"/>
                <a:cs typeface="Microsoft YaHei"/>
              </a:rPr>
              <a:t>F-16</a:t>
            </a:r>
          </a:p>
        </p:txBody>
      </p:sp>
      <p:sp>
        <p:nvSpPr>
          <p:cNvPr id="2" name="版本自查流程">
            <a:extLst xmlns:a="http://schemas.openxmlformats.org/drawingml/2006/main">
              <a:ext uri="{FF2B5EF4-FFF2-40B4-BE49-F238E27FC236}">
                <a16:creationId xmlns:a16="http://schemas.microsoft.com/office/drawing/2014/main" id="{A7B86FFA-519A-4E28-A30B-74850A6CE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152400"/>
            <a:ext cx="9525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l">
              <a:defRPr sz="2400" b="1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233E54"/>
                </a:solidFill>
              </a:defRPr>
            </a:pPr>
            <a:r>
              <a:rPr sz="2400" b="1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版本自查流程</a:t>
            </a:r>
          </a:p>
        </p:txBody>
      </p:sp>
      <p:sp>
        <p:nvSpPr>
          <p:cNvPr id="3" name="boundary">
            <a:extLst xmlns:a="http://schemas.openxmlformats.org/drawingml/2006/main">
              <a:ext uri="{FF2B5EF4-FFF2-40B4-BE49-F238E27FC236}">
                <a16:creationId xmlns:a16="http://schemas.microsoft.com/office/drawing/2014/main" id="{675BBFA2-158A-4985-83CE-FF2E71575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28675"/>
            <a:ext cx="10515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C4D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boundary">
            <a:extLst xmlns:a="http://schemas.openxmlformats.org/drawingml/2006/main">
              <a:ext uri="{FF2B5EF4-FFF2-40B4-BE49-F238E27FC236}">
                <a16:creationId xmlns:a16="http://schemas.microsoft.com/office/drawing/2014/main" id="{4F3F7E9A-27D3-41F9-AA92-01C469EDA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371600"/>
            <a:ext cx="419100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EAF4FC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</p:sp>
      <p:sp>
        <p:nvSpPr>
          <p:cNvPr id="5" name="依赖文件 / 清单">
            <a:extLst xmlns:a="http://schemas.openxmlformats.org/drawingml/2006/main">
              <a:ext uri="{FF2B5EF4-FFF2-40B4-BE49-F238E27FC236}">
                <a16:creationId xmlns:a16="http://schemas.microsoft.com/office/drawing/2014/main" id="{E4B7A68C-D048-4F56-A3C2-53B4299CD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466850"/>
            <a:ext cx="400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875" b="1">
                <a:solidFill>
                  <a:srgbClr val="277DC3"/>
                </a:solidFill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277DC3"/>
                </a:solidFill>
              </a:defRPr>
            </a:pPr>
            <a:r>
              <a:rPr sz="1875" b="1">
                <a:solidFill>
                  <a:srgbClr val="277DC3"/>
                </a:solidFill>
                <a:latin typeface="Microsoft YaHei"/>
                <a:ea typeface="Microsoft YaHei"/>
                <a:cs typeface="Microsoft YaHei"/>
              </a:rPr>
              <a:t>依赖文件 / 清单</a:t>
            </a:r>
          </a:p>
        </p:txBody>
      </p:sp>
      <p:sp>
        <p:nvSpPr>
          <p:cNvPr id="6" name="组件与版本">
            <a:extLst xmlns:a="http://schemas.openxmlformats.org/drawingml/2006/main">
              <a:ext uri="{FF2B5EF4-FFF2-40B4-BE49-F238E27FC236}">
                <a16:creationId xmlns:a16="http://schemas.microsoft.com/office/drawing/2014/main" id="{A1656D76-A6D7-4113-9A17-93A59F17C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95475"/>
            <a:ext cx="3962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575" b="0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ctr">
              <a:defRPr sz="1575" b="0">
                <a:solidFill>
                  <a:srgbClr val="233E54"/>
                </a:solidFill>
              </a:defRPr>
            </a:pPr>
            <a:r>
              <a:rPr sz="1575" b="0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组件与版本</a:t>
            </a:r>
          </a:p>
        </p:txBody>
      </p:sp>
      <p:sp>
        <p:nvSpPr>
          <p:cNvPr id="7" name="boundary">
            <a:extLst xmlns:a="http://schemas.openxmlformats.org/drawingml/2006/main">
              <a:ext uri="{FF2B5EF4-FFF2-40B4-BE49-F238E27FC236}">
                <a16:creationId xmlns:a16="http://schemas.microsoft.com/office/drawing/2014/main" id="{53261B3D-CDB8-40B4-890B-F5EA19475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371600"/>
            <a:ext cx="419100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EAF4FC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</p:sp>
      <p:sp>
        <p:nvSpPr>
          <p:cNvPr id="8" name="purl 与生态">
            <a:extLst xmlns:a="http://schemas.openxmlformats.org/drawingml/2006/main">
              <a:ext uri="{FF2B5EF4-FFF2-40B4-BE49-F238E27FC236}">
                <a16:creationId xmlns:a16="http://schemas.microsoft.com/office/drawing/2014/main" id="{F7801028-BF3A-42B2-9060-E932A85BA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466850"/>
            <a:ext cx="400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875" b="1">
                <a:solidFill>
                  <a:srgbClr val="277DC3"/>
                </a:solidFill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277DC3"/>
                </a:solidFill>
              </a:defRPr>
            </a:pPr>
            <a:r>
              <a:rPr sz="1875" b="1">
                <a:solidFill>
                  <a:srgbClr val="277DC3"/>
                </a:solidFill>
                <a:latin typeface="Microsoft YaHei"/>
                <a:ea typeface="Microsoft YaHei"/>
                <a:cs typeface="Microsoft YaHei"/>
              </a:rPr>
              <a:t>purl 与生态</a:t>
            </a:r>
          </a:p>
        </p:txBody>
      </p:sp>
      <p:sp>
        <p:nvSpPr>
          <p:cNvPr id="9" name="规范化输入">
            <a:extLst xmlns:a="http://schemas.openxmlformats.org/drawingml/2006/main">
              <a:ext uri="{FF2B5EF4-FFF2-40B4-BE49-F238E27FC236}">
                <a16:creationId xmlns:a16="http://schemas.microsoft.com/office/drawing/2014/main" id="{DB952DFA-B2BF-49A2-8A36-79A7B61A4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895475"/>
            <a:ext cx="3962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575" b="0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ctr">
              <a:defRPr sz="1575" b="0">
                <a:solidFill>
                  <a:srgbClr val="233E54"/>
                </a:solidFill>
              </a:defRPr>
            </a:pPr>
            <a:r>
              <a:rPr sz="1575" b="0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规范化输入</a:t>
            </a:r>
          </a:p>
        </p:txBody>
      </p:sp>
      <p:sp>
        <p:nvSpPr>
          <p:cNvPr id="10" name="boundary">
            <a:extLst xmlns:a="http://schemas.openxmlformats.org/drawingml/2006/main">
              <a:ext uri="{FF2B5EF4-FFF2-40B4-BE49-F238E27FC236}">
                <a16:creationId xmlns:a16="http://schemas.microsoft.com/office/drawing/2014/main" id="{3D17E431-9101-4614-A45B-AE73EFFBC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476625"/>
            <a:ext cx="6858000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277DC3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</p:sp>
      <p:sp>
        <p:nvSpPr>
          <p:cNvPr id="11" name="OSV 区间求解">
            <a:extLst xmlns:a="http://schemas.openxmlformats.org/drawingml/2006/main">
              <a:ext uri="{FF2B5EF4-FFF2-40B4-BE49-F238E27FC236}">
                <a16:creationId xmlns:a16="http://schemas.microsoft.com/office/drawing/2014/main" id="{9BF530FB-5F98-4E98-A267-91CB14F2B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571875"/>
            <a:ext cx="666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875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OSV 区间求解</a:t>
            </a:r>
          </a:p>
        </p:txBody>
      </p:sp>
      <p:sp>
        <p:nvSpPr>
          <p:cNvPr id="12" name="introduced / fixed / last_affected / limit">
            <a:extLst xmlns:a="http://schemas.openxmlformats.org/drawingml/2006/main">
              <a:ext uri="{FF2B5EF4-FFF2-40B4-BE49-F238E27FC236}">
                <a16:creationId xmlns:a16="http://schemas.microsoft.com/office/drawing/2014/main" id="{0E31F1EC-C4E2-4E20-BDB2-812331B60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4000500"/>
            <a:ext cx="66294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575" b="0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ctr">
              <a:defRPr sz="1575" b="0">
                <a:solidFill>
                  <a:srgbClr val="FFFFFF"/>
                </a:solidFill>
              </a:defRPr>
            </a:pPr>
            <a:r>
              <a:rPr sz="15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introduced / fixed / last_affected / limit</a:t>
            </a:r>
          </a:p>
        </p:txBody>
      </p:sp>
      <p:sp>
        <p:nvSpPr>
          <p:cNvPr id="13" name="boundary">
            <a:extLst xmlns:a="http://schemas.openxmlformats.org/drawingml/2006/main">
              <a:ext uri="{FF2B5EF4-FFF2-40B4-BE49-F238E27FC236}">
                <a16:creationId xmlns:a16="http://schemas.microsoft.com/office/drawing/2014/main" id="{1F2F7250-1EF0-4457-A730-EB1CC6C4A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5717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4" name="boundary">
            <a:extLst xmlns:a="http://schemas.openxmlformats.org/drawingml/2006/main">
              <a:ext uri="{FF2B5EF4-FFF2-40B4-BE49-F238E27FC236}">
                <a16:creationId xmlns:a16="http://schemas.microsoft.com/office/drawing/2014/main" id="{B65422A6-8799-483E-8F0C-F64DE54D3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000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6" name="boundary">
            <a:extLst xmlns:a="http://schemas.openxmlformats.org/drawingml/2006/main">
              <a:ext uri="{FF2B5EF4-FFF2-40B4-BE49-F238E27FC236}">
                <a16:creationId xmlns:a16="http://schemas.microsoft.com/office/drawing/2014/main" id="{FE9E6811-20F1-4B22-BE36-83F1D4092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000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7" name="boundary">
            <a:extLst xmlns:a="http://schemas.openxmlformats.org/drawingml/2006/main">
              <a:ext uri="{FF2B5EF4-FFF2-40B4-BE49-F238E27FC236}">
                <a16:creationId xmlns:a16="http://schemas.microsoft.com/office/drawing/2014/main" id="{E4738BB7-6C25-4A98-9430-8FC836C24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000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9" name="boundary">
            <a:extLst xmlns:a="http://schemas.openxmlformats.org/drawingml/2006/main">
              <a:ext uri="{FF2B5EF4-FFF2-40B4-BE49-F238E27FC236}">
                <a16:creationId xmlns:a16="http://schemas.microsoft.com/office/drawing/2014/main" id="{3378939C-C00A-4EDF-8450-B0739F680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000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0" name="boundary">
            <a:extLst xmlns:a="http://schemas.openxmlformats.org/drawingml/2006/main">
              <a:ext uri="{FF2B5EF4-FFF2-40B4-BE49-F238E27FC236}">
                <a16:creationId xmlns:a16="http://schemas.microsoft.com/office/drawing/2014/main" id="{131D9044-63B9-43BB-BF6A-F788B6411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4766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2" name="boundary">
            <a:extLst xmlns:a="http://schemas.openxmlformats.org/drawingml/2006/main">
              <a:ext uri="{FF2B5EF4-FFF2-40B4-BE49-F238E27FC236}">
                <a16:creationId xmlns:a16="http://schemas.microsoft.com/office/drawing/2014/main" id="{BEF10BE0-F17B-4C42-A894-6151F564D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5717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3" name="boundary">
            <a:extLst xmlns:a="http://schemas.openxmlformats.org/drawingml/2006/main">
              <a:ext uri="{FF2B5EF4-FFF2-40B4-BE49-F238E27FC236}">
                <a16:creationId xmlns:a16="http://schemas.microsoft.com/office/drawing/2014/main" id="{0156F8D3-0C3C-436B-882B-E66852F99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000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5" name="boundary">
            <a:extLst xmlns:a="http://schemas.openxmlformats.org/drawingml/2006/main">
              <a:ext uri="{FF2B5EF4-FFF2-40B4-BE49-F238E27FC236}">
                <a16:creationId xmlns:a16="http://schemas.microsoft.com/office/drawing/2014/main" id="{7779C5EF-A889-46F3-99E5-AAC87FC69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000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6" name="boundary">
            <a:extLst xmlns:a="http://schemas.openxmlformats.org/drawingml/2006/main">
              <a:ext uri="{FF2B5EF4-FFF2-40B4-BE49-F238E27FC236}">
                <a16:creationId xmlns:a16="http://schemas.microsoft.com/office/drawing/2014/main" id="{D61CA6C5-B30A-4CA1-A5B5-42F8C3D95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000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8" name="受影响">
            <a:extLst xmlns:a="http://schemas.openxmlformats.org/drawingml/2006/main">
              <a:ext uri="{FF2B5EF4-FFF2-40B4-BE49-F238E27FC236}">
                <a16:creationId xmlns:a16="http://schemas.microsoft.com/office/drawing/2014/main" id="{E7CB98E3-1C20-408B-A2AD-DCCE3D3F2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600700"/>
            <a:ext cx="314325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BE7E2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875" b="1">
                <a:solidFill>
                  <a:srgbClr val="AB554B"/>
                </a:solidFill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AB554B"/>
                </a:solidFill>
              </a:defRPr>
            </a:pPr>
            <a:r>
              <a:rPr sz="1875" b="1">
                <a:solidFill>
                  <a:srgbClr val="AB554B"/>
                </a:solidFill>
                <a:latin typeface="Microsoft YaHei"/>
                <a:ea typeface="Microsoft YaHei"/>
                <a:cs typeface="Microsoft YaHei"/>
              </a:rPr>
              <a:t>受影响</a:t>
            </a:r>
          </a:p>
        </p:txBody>
      </p:sp>
      <p:sp>
        <p:nvSpPr>
          <p:cNvPr id="29" name="boundary">
            <a:extLst xmlns:a="http://schemas.openxmlformats.org/drawingml/2006/main">
              <a:ext uri="{FF2B5EF4-FFF2-40B4-BE49-F238E27FC236}">
                <a16:creationId xmlns:a16="http://schemas.microsoft.com/office/drawing/2014/main" id="{5B89BB50-BABD-452F-AC4B-F4C48CB7A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7148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30" name="boundary">
            <a:extLst xmlns:a="http://schemas.openxmlformats.org/drawingml/2006/main">
              <a:ext uri="{FF2B5EF4-FFF2-40B4-BE49-F238E27FC236}">
                <a16:creationId xmlns:a16="http://schemas.microsoft.com/office/drawing/2014/main" id="{9A57ECEF-4D80-47D5-B0AF-DCA170C44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51530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32" name="boundary">
            <a:extLst xmlns:a="http://schemas.openxmlformats.org/drawingml/2006/main">
              <a:ext uri="{FF2B5EF4-FFF2-40B4-BE49-F238E27FC236}">
                <a16:creationId xmlns:a16="http://schemas.microsoft.com/office/drawing/2014/main" id="{8CC0E1D7-C59E-4C7D-916A-B68DC6500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51530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33" name="boundary">
            <a:extLst xmlns:a="http://schemas.openxmlformats.org/drawingml/2006/main">
              <a:ext uri="{FF2B5EF4-FFF2-40B4-BE49-F238E27FC236}">
                <a16:creationId xmlns:a16="http://schemas.microsoft.com/office/drawing/2014/main" id="{A6951350-C06A-43AE-84F5-6500BC90F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51530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35" name="boundary">
            <a:extLst xmlns:a="http://schemas.openxmlformats.org/drawingml/2006/main">
              <a:ext uri="{FF2B5EF4-FFF2-40B4-BE49-F238E27FC236}">
                <a16:creationId xmlns:a16="http://schemas.microsoft.com/office/drawing/2014/main" id="{EE8C5546-AD7D-4FF2-A00A-2F6544243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51530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36" name="boundary">
            <a:extLst xmlns:a="http://schemas.openxmlformats.org/drawingml/2006/main">
              <a:ext uri="{FF2B5EF4-FFF2-40B4-BE49-F238E27FC236}">
                <a16:creationId xmlns:a16="http://schemas.microsoft.com/office/drawing/2014/main" id="{CCBBA17A-89B0-42B6-8010-74D76B916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56007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38" name="未发现已知影响">
            <a:extLst xmlns:a="http://schemas.openxmlformats.org/drawingml/2006/main">
              <a:ext uri="{FF2B5EF4-FFF2-40B4-BE49-F238E27FC236}">
                <a16:creationId xmlns:a16="http://schemas.microsoft.com/office/drawing/2014/main" id="{EB7DBEC4-0AC1-4D1D-A8BB-2B950AE8C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5600700"/>
            <a:ext cx="314325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E5F0DA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875" b="1">
                <a:solidFill>
                  <a:srgbClr val="547D45"/>
                </a:solidFill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547D45"/>
                </a:solidFill>
              </a:defRPr>
            </a:pPr>
            <a:r>
              <a:rPr sz="1875" b="1">
                <a:solidFill>
                  <a:srgbClr val="547D45"/>
                </a:solidFill>
                <a:latin typeface="Microsoft YaHei"/>
                <a:ea typeface="Microsoft YaHei"/>
                <a:cs typeface="Microsoft YaHei"/>
              </a:rPr>
              <a:t>未发现已知影响</a:t>
            </a:r>
          </a:p>
        </p:txBody>
      </p:sp>
      <p:sp>
        <p:nvSpPr>
          <p:cNvPr id="39" name="boundary">
            <a:extLst xmlns:a="http://schemas.openxmlformats.org/drawingml/2006/main">
              <a:ext uri="{FF2B5EF4-FFF2-40B4-BE49-F238E27FC236}">
                <a16:creationId xmlns:a16="http://schemas.microsoft.com/office/drawing/2014/main" id="{10979FEA-F077-4854-AE4F-29C9EA49E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7148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40" name="boundary">
            <a:extLst xmlns:a="http://schemas.openxmlformats.org/drawingml/2006/main">
              <a:ext uri="{FF2B5EF4-FFF2-40B4-BE49-F238E27FC236}">
                <a16:creationId xmlns:a16="http://schemas.microsoft.com/office/drawing/2014/main" id="{C23604E6-76DC-4918-8414-F6B36B672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51530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42" name="boundary">
            <a:extLst xmlns:a="http://schemas.openxmlformats.org/drawingml/2006/main">
              <a:ext uri="{FF2B5EF4-FFF2-40B4-BE49-F238E27FC236}">
                <a16:creationId xmlns:a16="http://schemas.microsoft.com/office/drawing/2014/main" id="{8201955B-9A70-45CA-8492-48A74A140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51530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43" name="boundary">
            <a:extLst xmlns:a="http://schemas.openxmlformats.org/drawingml/2006/main">
              <a:ext uri="{FF2B5EF4-FFF2-40B4-BE49-F238E27FC236}">
                <a16:creationId xmlns:a16="http://schemas.microsoft.com/office/drawing/2014/main" id="{46EE3A6D-8C03-4D1C-BFDE-C47BFEA72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51530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45" name="boundary">
            <a:extLst xmlns:a="http://schemas.openxmlformats.org/drawingml/2006/main">
              <a:ext uri="{FF2B5EF4-FFF2-40B4-BE49-F238E27FC236}">
                <a16:creationId xmlns:a16="http://schemas.microsoft.com/office/drawing/2014/main" id="{AB365C95-E8F5-4BEC-B528-008C52C73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51530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46" name="boundary">
            <a:extLst xmlns:a="http://schemas.openxmlformats.org/drawingml/2006/main">
              <a:ext uri="{FF2B5EF4-FFF2-40B4-BE49-F238E27FC236}">
                <a16:creationId xmlns:a16="http://schemas.microsoft.com/office/drawing/2014/main" id="{23A72F9C-B006-412E-881D-866761AAB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56007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48" name="组件未收录">
            <a:extLst xmlns:a="http://schemas.openxmlformats.org/drawingml/2006/main">
              <a:ext uri="{FF2B5EF4-FFF2-40B4-BE49-F238E27FC236}">
                <a16:creationId xmlns:a16="http://schemas.microsoft.com/office/drawing/2014/main" id="{F30CE165-5778-4C24-8B47-D30564ACC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5600700"/>
            <a:ext cx="314325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FF1CB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875" b="1">
                <a:solidFill>
                  <a:srgbClr val="A67A20"/>
                </a:solidFill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A67A20"/>
                </a:solidFill>
              </a:defRPr>
            </a:pPr>
            <a:r>
              <a:rPr sz="1875" b="1">
                <a:solidFill>
                  <a:srgbClr val="A67A20"/>
                </a:solidFill>
                <a:latin typeface="Microsoft YaHei"/>
                <a:ea typeface="Microsoft YaHei"/>
                <a:cs typeface="Microsoft YaHei"/>
              </a:rPr>
              <a:t>组件未收录</a:t>
            </a:r>
          </a:p>
        </p:txBody>
      </p:sp>
      <p:sp>
        <p:nvSpPr>
          <p:cNvPr id="49" name="boundary">
            <a:extLst xmlns:a="http://schemas.openxmlformats.org/drawingml/2006/main">
              <a:ext uri="{FF2B5EF4-FFF2-40B4-BE49-F238E27FC236}">
                <a16:creationId xmlns:a16="http://schemas.microsoft.com/office/drawing/2014/main" id="{0876C325-C2A1-4475-825F-00B81194E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7148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50" name="boundary">
            <a:extLst xmlns:a="http://schemas.openxmlformats.org/drawingml/2006/main">
              <a:ext uri="{FF2B5EF4-FFF2-40B4-BE49-F238E27FC236}">
                <a16:creationId xmlns:a16="http://schemas.microsoft.com/office/drawing/2014/main" id="{B065034A-3FD1-4D30-99F9-85E6085E8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51530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52" name="boundary">
            <a:extLst xmlns:a="http://schemas.openxmlformats.org/drawingml/2006/main">
              <a:ext uri="{FF2B5EF4-FFF2-40B4-BE49-F238E27FC236}">
                <a16:creationId xmlns:a16="http://schemas.microsoft.com/office/drawing/2014/main" id="{C67148CC-0EEE-4B20-AAE6-4F4681FE5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51530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53" name="boundary">
            <a:extLst xmlns:a="http://schemas.openxmlformats.org/drawingml/2006/main">
              <a:ext uri="{FF2B5EF4-FFF2-40B4-BE49-F238E27FC236}">
                <a16:creationId xmlns:a16="http://schemas.microsoft.com/office/drawing/2014/main" id="{BCBE99B0-EAD0-4DBD-99B9-C3DEF187F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51530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55" name="boundary">
            <a:extLst xmlns:a="http://schemas.openxmlformats.org/drawingml/2006/main">
              <a:ext uri="{FF2B5EF4-FFF2-40B4-BE49-F238E27FC236}">
                <a16:creationId xmlns:a16="http://schemas.microsoft.com/office/drawing/2014/main" id="{8B096B65-32A7-44AE-B5E0-046817A61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51530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56" name="boundary">
            <a:extLst xmlns:a="http://schemas.openxmlformats.org/drawingml/2006/main">
              <a:ext uri="{FF2B5EF4-FFF2-40B4-BE49-F238E27FC236}">
                <a16:creationId xmlns:a16="http://schemas.microsoft.com/office/drawing/2014/main" id="{470B7472-0F25-4B20-8B44-B29E939CF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56007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58" name="共享入口：Web / check_stack / shaowang check">
            <a:extLst xmlns:a="http://schemas.openxmlformats.org/drawingml/2006/main">
              <a:ext uri="{FF2B5EF4-FFF2-40B4-BE49-F238E27FC236}">
                <a16:creationId xmlns:a16="http://schemas.microsoft.com/office/drawing/2014/main" id="{9806B981-1CE6-49B9-BCE8-B5C75755E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6657975"/>
            <a:ext cx="100012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950" b="1">
                <a:solidFill>
                  <a:srgbClr val="277DC3"/>
                </a:solidFill>
              </a:defRPr>
            </a:defPPr>
          </a:lstStyle>
          <a:p xmlns:a="http://schemas.openxmlformats.org/drawingml/2006/main">
            <a:pPr algn="ctr">
              <a:defRPr sz="1950" b="1">
                <a:solidFill>
                  <a:srgbClr val="277DC3"/>
                </a:solidFill>
              </a:defRPr>
            </a:pPr>
            <a:r>
              <a:rPr sz="1950" b="1">
                <a:solidFill>
                  <a:srgbClr val="277DC3"/>
                </a:solidFill>
                <a:latin typeface="Microsoft YaHei"/>
                <a:ea typeface="Microsoft YaHei"/>
                <a:cs typeface="Microsoft YaHei"/>
              </a:rPr>
              <a:t>共享入口：Web / check_stack / shaowang check</a:t>
            </a:r>
          </a:p>
        </p:txBody>
      </p:sp>
      <p:sp>
        <p:nvSpPr>
          <p:cNvPr id="59" name="区间有分歧时提示；高危退出码 1 可接 CI；未知不等于安全">
            <a:extLst xmlns:a="http://schemas.openxmlformats.org/drawingml/2006/main">
              <a:ext uri="{FF2B5EF4-FFF2-40B4-BE49-F238E27FC236}">
                <a16:creationId xmlns:a16="http://schemas.microsoft.com/office/drawing/2014/main" id="{3F31970C-EA58-4FE8-810D-89CCE3FEB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7353300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350" b="0">
                <a:solidFill>
                  <a:srgbClr val="657D8E"/>
                </a:solidFill>
              </a:defRPr>
            </a:defPPr>
          </a:lstStyle>
          <a:p xmlns:a="http://schemas.openxmlformats.org/drawingml/2006/main">
            <a:pPr algn="ctr">
              <a:defRPr sz="1350" b="0">
                <a:solidFill>
                  <a:srgbClr val="657D8E"/>
                </a:solidFill>
              </a:defRPr>
            </a:pPr>
            <a:r>
              <a:rPr sz="1350" b="0">
                <a:solidFill>
                  <a:srgbClr val="657D8E"/>
                </a:solidFill>
                <a:latin typeface="Microsoft YaHei"/>
                <a:ea typeface="Microsoft YaHei"/>
                <a:cs typeface="Microsoft YaHei"/>
              </a:rPr>
              <a:t>区间有分歧时提示；高危退出码 1 可接 CI；未知不等于安全</a:t>
            </a:r>
          </a:p>
        </p:txBody>
      </p:sp>
    </p:spTree>
    <p:extLst>
      <p:ext uri="{BB962C8B-B14F-4D97-AF65-F5344CB8AC3E}">
        <p14:creationId xmlns:p14="http://schemas.microsoft.com/office/powerpoint/2010/main" val="314256249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B6A989D0-2D09-486F-A2B9-ED1CF575DED1}"/>
              </a:ext>
            </a:extLst>
          </p:cNvPr>
          <p:cNvCxnSpPr>
            <a:stCxn xmlns:a="http://schemas.openxmlformats.org/drawingml/2006/main" id="84" idx="3"/>
            <a:endCxn xmlns:a="http://schemas.openxmlformats.org/drawingml/2006/main" id="85" idx="1"/>
          </p:cNvCxnSpPr>
          <p:nvPr/>
        </p:nvCxnSpPr>
        <p:spPr>
          <a:xfrm xmlns:a="http://schemas.openxmlformats.org/drawingml/2006/main" flipH="1" flipV="1">
            <a:off x="1476375" y="4343877"/>
            <a:ext cx="953" cy="2181225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AB554B"/>
            </a:solidFill>
            <a:prstDash val="dash"/>
            <a:tailEnd type="triangle" w="sm" len="sm"/>
          </a:ln>
        </p:spPr>
      </p:cxnSp>
      <p:cxnSp>
        <p:nvCxn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279CDDB5-B754-4179-A82F-CCAC53F3E731}"/>
              </a:ext>
            </a:extLst>
          </p:cNvPr>
          <p:cNvCxnSpPr>
            <a:stCxn xmlns:a="http://schemas.openxmlformats.org/drawingml/2006/main" id="81" idx="3"/>
            <a:endCxn xmlns:a="http://schemas.openxmlformats.org/drawingml/2006/main" id="82" idx="1"/>
          </p:cNvCxnSpPr>
          <p:nvPr/>
        </p:nvCxnSpPr>
        <p:spPr>
          <a:xfrm xmlns:a="http://schemas.openxmlformats.org/drawingml/2006/main" flipH="1">
            <a:off x="1476375" y="6525102"/>
            <a:ext cx="2382203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AB554B"/>
            </a:solidFill>
            <a:prstDash val="dash"/>
          </a:ln>
        </p:spPr>
      </p:cxnSp>
      <p:cxnSp>
        <p:nvCxn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7CD67619-D9AC-4752-859F-AF4B45749F0C}"/>
              </a:ext>
            </a:extLst>
          </p:cNvPr>
          <p:cNvCxnSpPr>
            <a:stCxn xmlns:a="http://schemas.openxmlformats.org/drawingml/2006/main" id="77" idx="1"/>
            <a:endCxn xmlns:a="http://schemas.openxmlformats.org/drawingml/2006/main" id="79" idx="3"/>
          </p:cNvCxnSpPr>
          <p:nvPr/>
        </p:nvCxnSpPr>
        <p:spPr>
          <a:xfrm xmlns:a="http://schemas.openxmlformats.org/drawingml/2006/main" flipH="1">
            <a:off x="6353175" y="6524625"/>
            <a:ext cx="1533525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547D45"/>
            </a:solidFill>
            <a:prstDash val="solid"/>
            <a:tailEnd type="triangle" w="sm" len="sm"/>
          </a:ln>
        </p:spPr>
      </p:cxnSp>
      <p:cxnSp>
        <p:nvCxn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53F0A937-8690-4598-910C-9C0CFC96F449}"/>
              </a:ext>
            </a:extLst>
          </p:cNvPr>
          <p:cNvCxnSpPr>
            <a:stCxn xmlns:a="http://schemas.openxmlformats.org/drawingml/2006/main" id="73" idx="2"/>
            <a:endCxn xmlns:a="http://schemas.openxmlformats.org/drawingml/2006/main" id="77" idx="0"/>
          </p:cNvCxnSpPr>
          <p:nvPr/>
        </p:nvCxnSpPr>
        <p:spPr>
          <a:xfrm xmlns:a="http://schemas.openxmlformats.org/drawingml/2006/main" flipH="1">
            <a:off x="9444038" y="4343400"/>
            <a:ext cx="509588" cy="184785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277DC3"/>
            </a:solidFill>
            <a:prstDash val="solid"/>
            <a:tailEnd type="triangle" w="sm" len="sm"/>
          </a:ln>
        </p:spPr>
      </p:cxnSp>
      <p:cxnSp>
        <p:nvCxn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4046FD3D-8764-4D42-BF35-0064F2CFD7B9}"/>
              </a:ext>
            </a:extLst>
          </p:cNvPr>
          <p:cNvCxnSpPr>
            <a:stCxn xmlns:a="http://schemas.openxmlformats.org/drawingml/2006/main" id="43" idx="3"/>
            <a:endCxn xmlns:a="http://schemas.openxmlformats.org/drawingml/2006/main" id="73" idx="1"/>
          </p:cNvCxnSpPr>
          <p:nvPr/>
        </p:nvCxnSpPr>
        <p:spPr>
          <a:xfrm xmlns:a="http://schemas.openxmlformats.org/drawingml/2006/main">
            <a:off x="8324850" y="3748088"/>
            <a:ext cx="581025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277DC3"/>
            </a:solidFill>
            <a:prstDash val="solid"/>
            <a:tailEnd type="triangle" w="sm" len="sm"/>
          </a:ln>
        </p:spPr>
      </p:cxnSp>
      <p:cxnSp>
        <p:nvCxn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3A3A6F15-1985-46CC-A0F4-631101E84DEE}"/>
              </a:ext>
            </a:extLst>
          </p:cNvPr>
          <p:cNvCxnSpPr>
            <a:stCxn xmlns:a="http://schemas.openxmlformats.org/drawingml/2006/main" id="70" idx="3"/>
            <a:endCxn xmlns:a="http://schemas.openxmlformats.org/drawingml/2006/main" id="71" idx="1"/>
          </p:cNvCxnSpPr>
          <p:nvPr/>
        </p:nvCxnSpPr>
        <p:spPr>
          <a:xfrm xmlns:a="http://schemas.openxmlformats.org/drawingml/2006/main">
            <a:off x="6220778" y="3753327"/>
            <a:ext cx="437197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547D45"/>
            </a:solidFill>
            <a:prstDash val="solid"/>
            <a:tailEnd type="triangle" w="sm" len="sm"/>
          </a:ln>
        </p:spPr>
      </p:cxnSp>
      <p:cxnSp>
        <p:nvCxn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3D701BAA-CF43-4A50-962C-9A1B87797E98}"/>
              </a:ext>
            </a:extLst>
          </p:cNvPr>
          <p:cNvCxnSpPr>
            <a:stCxn xmlns:a="http://schemas.openxmlformats.org/drawingml/2006/main" id="67" idx="3"/>
            <a:endCxn xmlns:a="http://schemas.openxmlformats.org/drawingml/2006/main" id="68" idx="1"/>
          </p:cNvCxnSpPr>
          <p:nvPr/>
        </p:nvCxnSpPr>
        <p:spPr>
          <a:xfrm xmlns:a="http://schemas.openxmlformats.org/drawingml/2006/main" flipH="1" flipV="1">
            <a:off x="6219825" y="3753327"/>
            <a:ext cx="953" cy="1838325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547D45"/>
            </a:solidFill>
            <a:prstDash val="solid"/>
          </a:ln>
        </p:spPr>
      </p:cxnSp>
      <p:cxnSp>
        <p:nvCxn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211D0D44-FE18-4721-8C61-23DF7C6F02FD}"/>
              </a:ext>
            </a:extLst>
          </p:cNvPr>
          <p:cNvCxnSpPr>
            <a:stCxn xmlns:a="http://schemas.openxmlformats.org/drawingml/2006/main" id="64" idx="3"/>
            <a:endCxn xmlns:a="http://schemas.openxmlformats.org/drawingml/2006/main" id="65" idx="1"/>
          </p:cNvCxnSpPr>
          <p:nvPr/>
        </p:nvCxnSpPr>
        <p:spPr>
          <a:xfrm xmlns:a="http://schemas.openxmlformats.org/drawingml/2006/main">
            <a:off x="5811203" y="5591652"/>
            <a:ext cx="408622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547D45"/>
            </a:solidFill>
            <a:prstDash val="solid"/>
          </a:ln>
        </p:spPr>
      </p:cxnSp>
      <p:cxnSp>
        <p:nvCxn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827E2F7F-DDE6-47D3-AE4C-E821543D57A1}"/>
              </a:ext>
            </a:extLst>
          </p:cNvPr>
          <p:cNvCxnSpPr>
            <a:stCxn xmlns:a="http://schemas.openxmlformats.org/drawingml/2006/main" id="61" idx="3"/>
            <a:endCxn xmlns:a="http://schemas.openxmlformats.org/drawingml/2006/main" id="62" idx="1"/>
          </p:cNvCxnSpPr>
          <p:nvPr/>
        </p:nvCxnSpPr>
        <p:spPr>
          <a:xfrm xmlns:a="http://schemas.openxmlformats.org/drawingml/2006/main">
            <a:off x="6220778" y="3753327"/>
            <a:ext cx="437197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277DC3"/>
            </a:solidFill>
            <a:prstDash val="solid"/>
            <a:tailEnd type="triangle" w="sm" len="sm"/>
          </a:ln>
        </p:spPr>
      </p:cxnSp>
      <p:cxnSp>
        <p:nvCxn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93CA1F75-5C9B-44CB-B64F-565849475818}"/>
              </a:ext>
            </a:extLst>
          </p:cNvPr>
          <p:cNvCxnSpPr>
            <a:stCxn xmlns:a="http://schemas.openxmlformats.org/drawingml/2006/main" id="58" idx="3"/>
            <a:endCxn xmlns:a="http://schemas.openxmlformats.org/drawingml/2006/main" id="59" idx="1"/>
          </p:cNvCxnSpPr>
          <p:nvPr/>
        </p:nvCxnSpPr>
        <p:spPr>
          <a:xfrm xmlns:a="http://schemas.openxmlformats.org/drawingml/2006/main" flipH="1">
            <a:off x="6219825" y="3753327"/>
            <a:ext cx="953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277DC3"/>
            </a:solidFill>
            <a:prstDash val="solid"/>
          </a:ln>
        </p:spPr>
      </p:cxnSp>
      <p:cxnSp>
        <p:nvCxn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1A201783-1BFC-455C-B199-C5F6E9CE04A1}"/>
              </a:ext>
            </a:extLst>
          </p:cNvPr>
          <p:cNvCxnSpPr>
            <a:stCxn xmlns:a="http://schemas.openxmlformats.org/drawingml/2006/main" id="55" idx="3"/>
            <a:endCxn xmlns:a="http://schemas.openxmlformats.org/drawingml/2006/main" id="56" idx="1"/>
          </p:cNvCxnSpPr>
          <p:nvPr/>
        </p:nvCxnSpPr>
        <p:spPr>
          <a:xfrm xmlns:a="http://schemas.openxmlformats.org/drawingml/2006/main">
            <a:off x="5811203" y="3753327"/>
            <a:ext cx="408622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277DC3"/>
            </a:solidFill>
            <a:prstDash val="solid"/>
          </a:ln>
        </p:spPr>
      </p:cxnSp>
      <p:cxnSp>
        <p:nvCxn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C7C3A395-EC18-42B3-A263-28FEF15B704C}"/>
              </a:ext>
            </a:extLst>
          </p:cNvPr>
          <p:cNvCxnSpPr>
            <a:stCxn xmlns:a="http://schemas.openxmlformats.org/drawingml/2006/main" id="52" idx="3"/>
            <a:endCxn xmlns:a="http://schemas.openxmlformats.org/drawingml/2006/main" id="53" idx="1"/>
          </p:cNvCxnSpPr>
          <p:nvPr/>
        </p:nvCxnSpPr>
        <p:spPr>
          <a:xfrm xmlns:a="http://schemas.openxmlformats.org/drawingml/2006/main">
            <a:off x="6220778" y="3753327"/>
            <a:ext cx="437197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277DC3"/>
            </a:solidFill>
            <a:prstDash val="solid"/>
            <a:tailEnd type="triangle" w="sm" len="sm"/>
          </a:ln>
        </p:spPr>
      </p:cxnSp>
      <p:cxnSp>
        <p:nvCxn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86AC0FCA-F268-4CD8-A71A-E16D343D7CF6}"/>
              </a:ext>
            </a:extLst>
          </p:cNvPr>
          <p:cNvCxnSpPr>
            <a:stCxn xmlns:a="http://schemas.openxmlformats.org/drawingml/2006/main" id="49" idx="3"/>
            <a:endCxn xmlns:a="http://schemas.openxmlformats.org/drawingml/2006/main" id="50" idx="1"/>
          </p:cNvCxnSpPr>
          <p:nvPr/>
        </p:nvCxnSpPr>
        <p:spPr>
          <a:xfrm xmlns:a="http://schemas.openxmlformats.org/drawingml/2006/main" flipH="1">
            <a:off x="6219825" y="1915002"/>
            <a:ext cx="953" cy="1838325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277DC3"/>
            </a:solidFill>
            <a:prstDash val="solid"/>
          </a:ln>
        </p:spPr>
      </p:cxnSp>
      <p:cxnSp>
        <p:nvCxn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16EAA6C7-5120-4D35-9481-6634EF80B46E}"/>
              </a:ext>
            </a:extLst>
          </p:cNvPr>
          <p:cNvCxnSpPr>
            <a:stCxn xmlns:a="http://schemas.openxmlformats.org/drawingml/2006/main" id="46" idx="3"/>
            <a:endCxn xmlns:a="http://schemas.openxmlformats.org/drawingml/2006/main" id="47" idx="1"/>
          </p:cNvCxnSpPr>
          <p:nvPr/>
        </p:nvCxnSpPr>
        <p:spPr>
          <a:xfrm xmlns:a="http://schemas.openxmlformats.org/drawingml/2006/main">
            <a:off x="5811203" y="1915002"/>
            <a:ext cx="408622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277DC3"/>
            </a:solidFill>
            <a:prstDash val="solid"/>
          </a:ln>
        </p:spPr>
      </p:cxnSp>
      <p:cxnSp>
        <p:nvCxn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B7F84781-111B-4B64-94F9-DFF5ED97BFA7}"/>
              </a:ext>
            </a:extLst>
          </p:cNvPr>
          <p:cNvCxnSpPr>
            <a:stCxn xmlns:a="http://schemas.openxmlformats.org/drawingml/2006/main" id="40" idx="3"/>
            <a:endCxn xmlns:a="http://schemas.openxmlformats.org/drawingml/2006/main" id="41" idx="1"/>
          </p:cNvCxnSpPr>
          <p:nvPr/>
        </p:nvCxnSpPr>
        <p:spPr>
          <a:xfrm xmlns:a="http://schemas.openxmlformats.org/drawingml/2006/main">
            <a:off x="2887028" y="5591652"/>
            <a:ext cx="399097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547D45"/>
            </a:solidFill>
            <a:prstDash val="solid"/>
            <a:tailEnd type="triangle" w="sm" len="sm"/>
          </a:ln>
        </p:spPr>
      </p:cxnSp>
      <p:cxnSp>
        <p:nvCxn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7F51BEB-FA3A-4D45-B818-8056A7CB0FE1}"/>
              </a:ext>
            </a:extLst>
          </p:cNvPr>
          <p:cNvCxnSpPr>
            <a:stCxn xmlns:a="http://schemas.openxmlformats.org/drawingml/2006/main" id="37" idx="3"/>
            <a:endCxn xmlns:a="http://schemas.openxmlformats.org/drawingml/2006/main" id="38" idx="1"/>
          </p:cNvCxnSpPr>
          <p:nvPr/>
        </p:nvCxnSpPr>
        <p:spPr>
          <a:xfrm xmlns:a="http://schemas.openxmlformats.org/drawingml/2006/main" flipH="1">
            <a:off x="2886075" y="3753327"/>
            <a:ext cx="953" cy="1838325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547D45"/>
            </a:solidFill>
            <a:prstDash val="solid"/>
          </a:ln>
        </p:spPr>
      </p:cxnSp>
      <p:cxnSp>
        <p:nvCxn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24F5DD0-12AF-4D03-AB0D-253ADCCBD2D9}"/>
              </a:ext>
            </a:extLst>
          </p:cNvPr>
          <p:cNvCxnSpPr>
            <a:stCxn xmlns:a="http://schemas.openxmlformats.org/drawingml/2006/main" id="34" idx="3"/>
            <a:endCxn xmlns:a="http://schemas.openxmlformats.org/drawingml/2006/main" id="35" idx="1"/>
          </p:cNvCxnSpPr>
          <p:nvPr/>
        </p:nvCxnSpPr>
        <p:spPr>
          <a:xfrm xmlns:a="http://schemas.openxmlformats.org/drawingml/2006/main">
            <a:off x="2525078" y="3753327"/>
            <a:ext cx="360997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547D45"/>
            </a:solidFill>
            <a:prstDash val="solid"/>
          </a:ln>
        </p:spPr>
      </p:cxnSp>
      <p:cxnSp>
        <p:nvCxn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D1F0768-EB7B-449D-A09F-0E208BDD5293}"/>
              </a:ext>
            </a:extLst>
          </p:cNvPr>
          <p:cNvCxnSpPr>
            <a:stCxn xmlns:a="http://schemas.openxmlformats.org/drawingml/2006/main" id="31" idx="3"/>
            <a:endCxn xmlns:a="http://schemas.openxmlformats.org/drawingml/2006/main" id="32" idx="1"/>
          </p:cNvCxnSpPr>
          <p:nvPr/>
        </p:nvCxnSpPr>
        <p:spPr>
          <a:xfrm xmlns:a="http://schemas.openxmlformats.org/drawingml/2006/main">
            <a:off x="2887028" y="3753327"/>
            <a:ext cx="399097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277DC3"/>
            </a:solidFill>
            <a:prstDash val="solid"/>
            <a:tailEnd type="triangle" w="sm" len="sm"/>
          </a:ln>
        </p:spPr>
      </p:cxnSp>
      <p:cxnSp>
        <p:nvCxn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54538C9-A9B3-4018-AE38-B44FCBBB4E0B}"/>
              </a:ext>
            </a:extLst>
          </p:cNvPr>
          <p:cNvCxnSpPr>
            <a:stCxn xmlns:a="http://schemas.openxmlformats.org/drawingml/2006/main" id="28" idx="3"/>
            <a:endCxn xmlns:a="http://schemas.openxmlformats.org/drawingml/2006/main" id="29" idx="1"/>
          </p:cNvCxnSpPr>
          <p:nvPr/>
        </p:nvCxnSpPr>
        <p:spPr>
          <a:xfrm xmlns:a="http://schemas.openxmlformats.org/drawingml/2006/main" flipH="1">
            <a:off x="2886075" y="3753327"/>
            <a:ext cx="953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277DC3"/>
            </a:solidFill>
            <a:prstDash val="solid"/>
          </a:ln>
        </p:spPr>
      </p:cxnSp>
      <p:cxnSp>
        <p:nvCxn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45DE99E-786E-4056-A152-6ACE45291093}"/>
              </a:ext>
            </a:extLst>
          </p:cNvPr>
          <p:cNvCxnSpPr>
            <a:stCxn xmlns:a="http://schemas.openxmlformats.org/drawingml/2006/main" id="25" idx="3"/>
            <a:endCxn xmlns:a="http://schemas.openxmlformats.org/drawingml/2006/main" id="26" idx="1"/>
          </p:cNvCxnSpPr>
          <p:nvPr/>
        </p:nvCxnSpPr>
        <p:spPr>
          <a:xfrm xmlns:a="http://schemas.openxmlformats.org/drawingml/2006/main">
            <a:off x="2525078" y="3753327"/>
            <a:ext cx="360997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277DC3"/>
            </a:solidFill>
            <a:prstDash val="solid"/>
          </a:ln>
        </p:spPr>
      </p:cxnSp>
      <p:cxnSp>
        <p:nvCxn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BFDB694-14BF-4188-BA70-4204D0840D53}"/>
              </a:ext>
            </a:extLst>
          </p:cNvPr>
          <p:cNvCxnSpPr>
            <a:stCxn xmlns:a="http://schemas.openxmlformats.org/drawingml/2006/main" id="22" idx="3"/>
            <a:endCxn xmlns:a="http://schemas.openxmlformats.org/drawingml/2006/main" id="23" idx="1"/>
          </p:cNvCxnSpPr>
          <p:nvPr/>
        </p:nvCxnSpPr>
        <p:spPr>
          <a:xfrm xmlns:a="http://schemas.openxmlformats.org/drawingml/2006/main">
            <a:off x="2887028" y="1915002"/>
            <a:ext cx="399097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277DC3"/>
            </a:solidFill>
            <a:prstDash val="solid"/>
            <a:tailEnd type="triangle" w="sm" len="sm"/>
          </a:ln>
        </p:spPr>
      </p:cxnSp>
      <p:cxnSp>
        <p:nvCxn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E974AB1-F5D5-4A89-8FCF-39DA2D3C0990}"/>
              </a:ext>
            </a:extLst>
          </p:cNvPr>
          <p:cNvCxnSpPr>
            <a:stCxn xmlns:a="http://schemas.openxmlformats.org/drawingml/2006/main" id="19" idx="3"/>
            <a:endCxn xmlns:a="http://schemas.openxmlformats.org/drawingml/2006/main" id="20" idx="1"/>
          </p:cNvCxnSpPr>
          <p:nvPr/>
        </p:nvCxnSpPr>
        <p:spPr>
          <a:xfrm xmlns:a="http://schemas.openxmlformats.org/drawingml/2006/main" flipH="1" flipV="1">
            <a:off x="2886075" y="1915002"/>
            <a:ext cx="953" cy="1838325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277DC3"/>
            </a:solidFill>
            <a:prstDash val="solid"/>
          </a:ln>
        </p:spPr>
      </p:cxnSp>
      <p:cxnSp>
        <p:nvCxn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414F387-F941-44FD-A206-CA3D13DFE8F1}"/>
              </a:ext>
            </a:extLst>
          </p:cNvPr>
          <p:cNvCxnSpPr>
            <a:stCxn xmlns:a="http://schemas.openxmlformats.org/drawingml/2006/main" id="16" idx="3"/>
            <a:endCxn xmlns:a="http://schemas.openxmlformats.org/drawingml/2006/main" id="17" idx="1"/>
          </p:cNvCxnSpPr>
          <p:nvPr/>
        </p:nvCxnSpPr>
        <p:spPr>
          <a:xfrm xmlns:a="http://schemas.openxmlformats.org/drawingml/2006/main">
            <a:off x="2525078" y="3753327"/>
            <a:ext cx="360997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277DC3"/>
            </a:solidFill>
            <a:prstDash val="solid"/>
          </a:ln>
        </p:spPr>
      </p:cxnSp>
      <p:sp>
        <p:nvSpPr>
          <p:cNvPr id="89" name="F-17">
            <a:extLst xmlns:a="http://schemas.openxmlformats.org/drawingml/2006/main">
              <a:ext uri="{FF2B5EF4-FFF2-40B4-BE49-F238E27FC236}">
                <a16:creationId xmlns:a16="http://schemas.microsoft.com/office/drawing/2014/main" id="{CDF1EF70-ACA1-4104-BE25-16197DD31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9075"/>
            <a:ext cx="95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l">
              <a:defRPr sz="1650" b="1">
                <a:solidFill>
                  <a:srgbClr val="277DC3"/>
                </a:solidFill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277DC3"/>
                </a:solidFill>
              </a:defRPr>
            </a:pPr>
            <a:r>
              <a:rPr sz="1650" b="1">
                <a:solidFill>
                  <a:srgbClr val="277DC3"/>
                </a:solidFill>
                <a:latin typeface="Microsoft YaHei"/>
                <a:ea typeface="Microsoft YaHei"/>
                <a:cs typeface="Microsoft YaHei"/>
              </a:rPr>
              <a:t>F-17</a:t>
            </a:r>
          </a:p>
        </p:txBody>
      </p:sp>
      <p:sp>
        <p:nvSpPr>
          <p:cNvPr id="2" name="三路混合检索与 GraphRAG 问答流程">
            <a:extLst xmlns:a="http://schemas.openxmlformats.org/drawingml/2006/main">
              <a:ext uri="{FF2B5EF4-FFF2-40B4-BE49-F238E27FC236}">
                <a16:creationId xmlns:a16="http://schemas.microsoft.com/office/drawing/2014/main" id="{EF220557-29A5-42D8-8D60-7015894B2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152400"/>
            <a:ext cx="9525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l">
              <a:defRPr sz="2400" b="1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233E54"/>
                </a:solidFill>
              </a:defRPr>
            </a:pPr>
            <a:r>
              <a:rPr sz="2400" b="1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三路混合检索与 GraphRAG 问答流程</a:t>
            </a:r>
          </a:p>
        </p:txBody>
      </p:sp>
      <p:sp>
        <p:nvSpPr>
          <p:cNvPr id="3" name="boundary">
            <a:extLst xmlns:a="http://schemas.openxmlformats.org/drawingml/2006/main">
              <a:ext uri="{FF2B5EF4-FFF2-40B4-BE49-F238E27FC236}">
                <a16:creationId xmlns:a16="http://schemas.microsoft.com/office/drawing/2014/main" id="{BC2AD49F-4618-4160-8576-7A8A427DE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28675"/>
            <a:ext cx="10515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C4D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boundary">
            <a:extLst xmlns:a="http://schemas.openxmlformats.org/drawingml/2006/main">
              <a:ext uri="{FF2B5EF4-FFF2-40B4-BE49-F238E27FC236}">
                <a16:creationId xmlns:a16="http://schemas.microsoft.com/office/drawing/2014/main" id="{37740A78-650E-41D8-95D8-59B9B72C7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3152775"/>
            <a:ext cx="2095500" cy="1190625"/>
          </a:xfrm>
          <a:prstGeom xmlns:a="http://schemas.openxmlformats.org/drawingml/2006/main" prst="roundRect">
            <a:avLst>
              <a:gd name="adj" fmla="val 9600"/>
            </a:avLst>
          </a:prstGeom>
          <a:solidFill xmlns:a="http://schemas.openxmlformats.org/drawingml/2006/main">
            <a:srgbClr val="EAF4FC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</p:sp>
      <p:sp>
        <p:nvSpPr>
          <p:cNvPr id="5" name="问题与规划器">
            <a:extLst xmlns:a="http://schemas.openxmlformats.org/drawingml/2006/main">
              <a:ext uri="{FF2B5EF4-FFF2-40B4-BE49-F238E27FC236}">
                <a16:creationId xmlns:a16="http://schemas.microsoft.com/office/drawing/2014/main" id="{3F57AD50-AA42-4818-AAB8-F34E05B4C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248025"/>
            <a:ext cx="190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875" b="1">
                <a:solidFill>
                  <a:srgbClr val="277DC3"/>
                </a:solidFill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277DC3"/>
                </a:solidFill>
              </a:defRPr>
            </a:pPr>
            <a:r>
              <a:rPr sz="1875" b="1">
                <a:solidFill>
                  <a:srgbClr val="277DC3"/>
                </a:solidFill>
                <a:latin typeface="Microsoft YaHei"/>
                <a:ea typeface="Microsoft YaHei"/>
                <a:cs typeface="Microsoft YaHei"/>
              </a:rPr>
              <a:t>问题与规划器</a:t>
            </a:r>
          </a:p>
        </p:txBody>
      </p:sp>
      <p:sp>
        <p:nvSpPr>
          <p:cNvPr id="6" name="检索计划">
            <a:extLst xmlns:a="http://schemas.openxmlformats.org/drawingml/2006/main">
              <a:ext uri="{FF2B5EF4-FFF2-40B4-BE49-F238E27FC236}">
                <a16:creationId xmlns:a16="http://schemas.microsoft.com/office/drawing/2014/main" id="{E10EFE93-E4B5-4DDC-AB22-64EB1512A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3676650"/>
            <a:ext cx="18669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575" b="0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ctr">
              <a:defRPr sz="1575" b="0">
                <a:solidFill>
                  <a:srgbClr val="233E54"/>
                </a:solidFill>
              </a:defRPr>
            </a:pPr>
            <a:r>
              <a:rPr sz="1575" b="0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检索计划</a:t>
            </a:r>
          </a:p>
        </p:txBody>
      </p:sp>
      <p:sp>
        <p:nvSpPr>
          <p:cNvPr id="7" name="boundary">
            <a:extLst xmlns:a="http://schemas.openxmlformats.org/drawingml/2006/main">
              <a:ext uri="{FF2B5EF4-FFF2-40B4-BE49-F238E27FC236}">
                <a16:creationId xmlns:a16="http://schemas.microsoft.com/office/drawing/2014/main" id="{D8F7D417-654D-42FE-AFF6-D114A4D07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1400175"/>
            <a:ext cx="2524125" cy="10287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AF4FC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</p:sp>
      <p:sp>
        <p:nvSpPr>
          <p:cNvPr id="8" name="BM25">
            <a:extLst xmlns:a="http://schemas.openxmlformats.org/drawingml/2006/main">
              <a:ext uri="{FF2B5EF4-FFF2-40B4-BE49-F238E27FC236}">
                <a16:creationId xmlns:a16="http://schemas.microsoft.com/office/drawing/2014/main" id="{3AAC0886-A863-4B23-86E4-2FC666294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1495425"/>
            <a:ext cx="2333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875" b="1">
                <a:solidFill>
                  <a:srgbClr val="277DC3"/>
                </a:solidFill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277DC3"/>
                </a:solidFill>
              </a:defRPr>
            </a:pPr>
            <a:r>
              <a:rPr sz="1875" b="1">
                <a:solidFill>
                  <a:srgbClr val="277DC3"/>
                </a:solidFill>
                <a:latin typeface="Microsoft YaHei"/>
                <a:ea typeface="Microsoft YaHei"/>
                <a:cs typeface="Microsoft YaHei"/>
              </a:rPr>
              <a:t>BM25</a:t>
            </a:r>
          </a:p>
        </p:txBody>
      </p:sp>
      <p:sp>
        <p:nvSpPr>
          <p:cNvPr id="9" name="关键词召回">
            <a:extLst xmlns:a="http://schemas.openxmlformats.org/drawingml/2006/main">
              <a:ext uri="{FF2B5EF4-FFF2-40B4-BE49-F238E27FC236}">
                <a16:creationId xmlns:a16="http://schemas.microsoft.com/office/drawing/2014/main" id="{42C58742-7092-48D7-8A95-711D672F4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1924050"/>
            <a:ext cx="22955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575" b="0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ctr">
              <a:defRPr sz="1575" b="0">
                <a:solidFill>
                  <a:srgbClr val="233E54"/>
                </a:solidFill>
              </a:defRPr>
            </a:pPr>
            <a:r>
              <a:rPr sz="1575" b="0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关键词召回</a:t>
            </a:r>
          </a:p>
        </p:txBody>
      </p:sp>
      <p:sp>
        <p:nvSpPr>
          <p:cNvPr id="10" name="boundary">
            <a:extLst xmlns:a="http://schemas.openxmlformats.org/drawingml/2006/main">
              <a:ext uri="{FF2B5EF4-FFF2-40B4-BE49-F238E27FC236}">
                <a16:creationId xmlns:a16="http://schemas.microsoft.com/office/drawing/2014/main" id="{61076C88-9F67-4CA3-8865-FDA736A6C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3238500"/>
            <a:ext cx="2524125" cy="10287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AF4FC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</p:sp>
      <p:sp>
        <p:nvSpPr>
          <p:cNvPr id="11" name="向量 top-50">
            <a:extLst xmlns:a="http://schemas.openxmlformats.org/drawingml/2006/main">
              <a:ext uri="{FF2B5EF4-FFF2-40B4-BE49-F238E27FC236}">
                <a16:creationId xmlns:a16="http://schemas.microsoft.com/office/drawing/2014/main" id="{4399B7FD-81A5-4E04-97C1-5D6544F33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3333750"/>
            <a:ext cx="2333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875" b="1">
                <a:solidFill>
                  <a:srgbClr val="277DC3"/>
                </a:solidFill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277DC3"/>
                </a:solidFill>
              </a:defRPr>
            </a:pPr>
            <a:r>
              <a:rPr sz="1875" b="1">
                <a:solidFill>
                  <a:srgbClr val="277DC3"/>
                </a:solidFill>
                <a:latin typeface="Microsoft YaHei"/>
                <a:ea typeface="Microsoft YaHei"/>
                <a:cs typeface="Microsoft YaHei"/>
              </a:rPr>
              <a:t>向量 top-50</a:t>
            </a:r>
          </a:p>
        </p:txBody>
      </p:sp>
      <p:sp>
        <p:nvSpPr>
          <p:cNvPr id="12" name="语义召回">
            <a:extLst xmlns:a="http://schemas.openxmlformats.org/drawingml/2006/main">
              <a:ext uri="{FF2B5EF4-FFF2-40B4-BE49-F238E27FC236}">
                <a16:creationId xmlns:a16="http://schemas.microsoft.com/office/drawing/2014/main" id="{010D838C-3B90-41C6-929F-CFB40AF9D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3762375"/>
            <a:ext cx="22955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575" b="0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ctr">
              <a:defRPr sz="1575" b="0">
                <a:solidFill>
                  <a:srgbClr val="233E54"/>
                </a:solidFill>
              </a:defRPr>
            </a:pPr>
            <a:r>
              <a:rPr sz="1575" b="0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语义召回</a:t>
            </a:r>
          </a:p>
        </p:txBody>
      </p:sp>
      <p:sp>
        <p:nvSpPr>
          <p:cNvPr id="13" name="boundary">
            <a:extLst xmlns:a="http://schemas.openxmlformats.org/drawingml/2006/main">
              <a:ext uri="{FF2B5EF4-FFF2-40B4-BE49-F238E27FC236}">
                <a16:creationId xmlns:a16="http://schemas.microsoft.com/office/drawing/2014/main" id="{18BB9AE6-D1C5-4B78-BA41-31B563C1F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5076825"/>
            <a:ext cx="2524125" cy="10287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5F0DA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</p:sp>
      <p:sp>
        <p:nvSpPr>
          <p:cNvPr id="14" name="图扩展 1–2 跳">
            <a:extLst xmlns:a="http://schemas.openxmlformats.org/drawingml/2006/main">
              <a:ext uri="{FF2B5EF4-FFF2-40B4-BE49-F238E27FC236}">
                <a16:creationId xmlns:a16="http://schemas.microsoft.com/office/drawing/2014/main" id="{5117FF32-2DD9-43C1-A183-1FFDEC765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5172075"/>
            <a:ext cx="2333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875" b="1">
                <a:solidFill>
                  <a:srgbClr val="547D45"/>
                </a:solidFill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547D45"/>
                </a:solidFill>
              </a:defRPr>
            </a:pPr>
            <a:r>
              <a:rPr sz="1875" b="1">
                <a:solidFill>
                  <a:srgbClr val="547D45"/>
                </a:solidFill>
                <a:latin typeface="Microsoft YaHei"/>
                <a:ea typeface="Microsoft YaHei"/>
                <a:cs typeface="Microsoft YaHei"/>
              </a:rPr>
              <a:t>图扩展 1–2 跳</a:t>
            </a:r>
          </a:p>
        </p:txBody>
      </p:sp>
      <p:sp>
        <p:nvSpPr>
          <p:cNvPr id="15" name="关系召回">
            <a:extLst xmlns:a="http://schemas.openxmlformats.org/drawingml/2006/main">
              <a:ext uri="{FF2B5EF4-FFF2-40B4-BE49-F238E27FC236}">
                <a16:creationId xmlns:a16="http://schemas.microsoft.com/office/drawing/2014/main" id="{94F495F6-7787-4402-B558-79DD0AA81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5600700"/>
            <a:ext cx="22955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575" b="0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ctr">
              <a:defRPr sz="1575" b="0">
                <a:solidFill>
                  <a:srgbClr val="233E54"/>
                </a:solidFill>
              </a:defRPr>
            </a:pPr>
            <a:r>
              <a:rPr sz="1575" b="0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关系召回</a:t>
            </a:r>
          </a:p>
        </p:txBody>
      </p:sp>
      <p:sp>
        <p:nvSpPr>
          <p:cNvPr id="16" name="boundary">
            <a:extLst xmlns:a="http://schemas.openxmlformats.org/drawingml/2006/main">
              <a:ext uri="{FF2B5EF4-FFF2-40B4-BE49-F238E27FC236}">
                <a16:creationId xmlns:a16="http://schemas.microsoft.com/office/drawing/2014/main" id="{32BDF5C2-FF2E-40DE-A364-2FB21442F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37528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7" name="boundary">
            <a:extLst xmlns:a="http://schemas.openxmlformats.org/drawingml/2006/main">
              <a:ext uri="{FF2B5EF4-FFF2-40B4-BE49-F238E27FC236}">
                <a16:creationId xmlns:a16="http://schemas.microsoft.com/office/drawing/2014/main" id="{729C4272-B72A-4BC3-B4C9-5EC52ACFA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6075" y="37528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9" name="boundary">
            <a:extLst xmlns:a="http://schemas.openxmlformats.org/drawingml/2006/main">
              <a:ext uri="{FF2B5EF4-FFF2-40B4-BE49-F238E27FC236}">
                <a16:creationId xmlns:a16="http://schemas.microsoft.com/office/drawing/2014/main" id="{3D53BC46-2629-4ED9-9EAF-A39D1E0AF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6075" y="37528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0" name="boundary">
            <a:extLst xmlns:a="http://schemas.openxmlformats.org/drawingml/2006/main">
              <a:ext uri="{FF2B5EF4-FFF2-40B4-BE49-F238E27FC236}">
                <a16:creationId xmlns:a16="http://schemas.microsoft.com/office/drawing/2014/main" id="{196B7F94-E7B3-40C4-AECB-889706D05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6075" y="19145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2" name="boundary">
            <a:extLst xmlns:a="http://schemas.openxmlformats.org/drawingml/2006/main">
              <a:ext uri="{FF2B5EF4-FFF2-40B4-BE49-F238E27FC236}">
                <a16:creationId xmlns:a16="http://schemas.microsoft.com/office/drawing/2014/main" id="{5AA83AA0-C85C-41BA-8C91-803F333B2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6075" y="19145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3" name="boundary">
            <a:extLst xmlns:a="http://schemas.openxmlformats.org/drawingml/2006/main">
              <a:ext uri="{FF2B5EF4-FFF2-40B4-BE49-F238E27FC236}">
                <a16:creationId xmlns:a16="http://schemas.microsoft.com/office/drawing/2014/main" id="{18FE386E-7101-4CD5-9087-2B5C88087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19145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5" name="boundary">
            <a:extLst xmlns:a="http://schemas.openxmlformats.org/drawingml/2006/main">
              <a:ext uri="{FF2B5EF4-FFF2-40B4-BE49-F238E27FC236}">
                <a16:creationId xmlns:a16="http://schemas.microsoft.com/office/drawing/2014/main" id="{23E5418F-AFA5-43C4-813F-5BC4C88BC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37528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6" name="boundary">
            <a:extLst xmlns:a="http://schemas.openxmlformats.org/drawingml/2006/main">
              <a:ext uri="{FF2B5EF4-FFF2-40B4-BE49-F238E27FC236}">
                <a16:creationId xmlns:a16="http://schemas.microsoft.com/office/drawing/2014/main" id="{46912D6B-7CE9-4E20-BCA2-9A6964532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6075" y="37528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8" name="boundary">
            <a:extLst xmlns:a="http://schemas.openxmlformats.org/drawingml/2006/main">
              <a:ext uri="{FF2B5EF4-FFF2-40B4-BE49-F238E27FC236}">
                <a16:creationId xmlns:a16="http://schemas.microsoft.com/office/drawing/2014/main" id="{AB5B349A-B3AB-40E1-9079-5F885E7E2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6075" y="37528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9" name="boundary">
            <a:extLst xmlns:a="http://schemas.openxmlformats.org/drawingml/2006/main">
              <a:ext uri="{FF2B5EF4-FFF2-40B4-BE49-F238E27FC236}">
                <a16:creationId xmlns:a16="http://schemas.microsoft.com/office/drawing/2014/main" id="{AB3686A5-C92F-4008-8AC3-C5F74A670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6075" y="37528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31" name="boundary">
            <a:extLst xmlns:a="http://schemas.openxmlformats.org/drawingml/2006/main">
              <a:ext uri="{FF2B5EF4-FFF2-40B4-BE49-F238E27FC236}">
                <a16:creationId xmlns:a16="http://schemas.microsoft.com/office/drawing/2014/main" id="{7F875FC4-D534-4D0F-BE98-FE3075D12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6075" y="37528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32" name="boundary">
            <a:extLst xmlns:a="http://schemas.openxmlformats.org/drawingml/2006/main">
              <a:ext uri="{FF2B5EF4-FFF2-40B4-BE49-F238E27FC236}">
                <a16:creationId xmlns:a16="http://schemas.microsoft.com/office/drawing/2014/main" id="{BCA7D451-ED8D-4BE6-97BA-560733147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37528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34" name="boundary">
            <a:extLst xmlns:a="http://schemas.openxmlformats.org/drawingml/2006/main">
              <a:ext uri="{FF2B5EF4-FFF2-40B4-BE49-F238E27FC236}">
                <a16:creationId xmlns:a16="http://schemas.microsoft.com/office/drawing/2014/main" id="{CD0E0679-6A54-43CA-826B-9F7653EF3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37528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35" name="boundary">
            <a:extLst xmlns:a="http://schemas.openxmlformats.org/drawingml/2006/main">
              <a:ext uri="{FF2B5EF4-FFF2-40B4-BE49-F238E27FC236}">
                <a16:creationId xmlns:a16="http://schemas.microsoft.com/office/drawing/2014/main" id="{AC4B9CDB-A11A-4F4F-88FC-F4BA710D0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6075" y="37528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37" name="boundary">
            <a:extLst xmlns:a="http://schemas.openxmlformats.org/drawingml/2006/main">
              <a:ext uri="{FF2B5EF4-FFF2-40B4-BE49-F238E27FC236}">
                <a16:creationId xmlns:a16="http://schemas.microsoft.com/office/drawing/2014/main" id="{B0E1FB36-1438-46B9-8B92-06D00AB2E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6075" y="37528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38" name="boundary">
            <a:extLst xmlns:a="http://schemas.openxmlformats.org/drawingml/2006/main">
              <a:ext uri="{FF2B5EF4-FFF2-40B4-BE49-F238E27FC236}">
                <a16:creationId xmlns:a16="http://schemas.microsoft.com/office/drawing/2014/main" id="{246DA77F-360B-441B-B5DC-A113CF6A7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6075" y="55911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40" name="boundary">
            <a:extLst xmlns:a="http://schemas.openxmlformats.org/drawingml/2006/main">
              <a:ext uri="{FF2B5EF4-FFF2-40B4-BE49-F238E27FC236}">
                <a16:creationId xmlns:a16="http://schemas.microsoft.com/office/drawing/2014/main" id="{1E476BCA-0166-4B74-9D29-3750376D7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6075" y="55911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41" name="boundary">
            <a:extLst xmlns:a="http://schemas.openxmlformats.org/drawingml/2006/main">
              <a:ext uri="{FF2B5EF4-FFF2-40B4-BE49-F238E27FC236}">
                <a16:creationId xmlns:a16="http://schemas.microsoft.com/office/drawing/2014/main" id="{AD4A8508-8868-4E0A-9E88-B50C9F3F1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55911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43" name="boundary">
            <a:extLst xmlns:a="http://schemas.openxmlformats.org/drawingml/2006/main">
              <a:ext uri="{FF2B5EF4-FFF2-40B4-BE49-F238E27FC236}">
                <a16:creationId xmlns:a16="http://schemas.microsoft.com/office/drawing/2014/main" id="{07F14CF5-32CE-4669-AC17-D25B5C011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3152775"/>
            <a:ext cx="1666875" cy="1190625"/>
          </a:xfrm>
          <a:prstGeom xmlns:a="http://schemas.openxmlformats.org/drawingml/2006/main" prst="roundRect">
            <a:avLst>
              <a:gd name="adj" fmla="val 9600"/>
            </a:avLst>
          </a:prstGeom>
          <a:solidFill xmlns:a="http://schemas.openxmlformats.org/drawingml/2006/main">
            <a:srgbClr val="EAF4FC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</p:sp>
      <p:sp>
        <p:nvSpPr>
          <p:cNvPr id="44" name="RRF">
            <a:extLst xmlns:a="http://schemas.openxmlformats.org/drawingml/2006/main">
              <a:ext uri="{FF2B5EF4-FFF2-40B4-BE49-F238E27FC236}">
                <a16:creationId xmlns:a16="http://schemas.microsoft.com/office/drawing/2014/main" id="{342FB8E2-2911-46A0-B963-6AA755927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3225" y="3248025"/>
            <a:ext cx="14763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875" b="1">
                <a:solidFill>
                  <a:srgbClr val="277DC3"/>
                </a:solidFill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277DC3"/>
                </a:solidFill>
              </a:defRPr>
            </a:pPr>
            <a:r>
              <a:rPr sz="1875" b="1">
                <a:solidFill>
                  <a:srgbClr val="277DC3"/>
                </a:solidFill>
                <a:latin typeface="Microsoft YaHei"/>
                <a:ea typeface="Microsoft YaHei"/>
                <a:cs typeface="Microsoft YaHei"/>
              </a:rPr>
              <a:t>RRF</a:t>
            </a:r>
          </a:p>
        </p:txBody>
      </p:sp>
      <p:sp>
        <p:nvSpPr>
          <p:cNvPr id="45" name="k=60">
            <a:extLst xmlns:a="http://schemas.openxmlformats.org/drawingml/2006/main">
              <a:ext uri="{FF2B5EF4-FFF2-40B4-BE49-F238E27FC236}">
                <a16:creationId xmlns:a16="http://schemas.microsoft.com/office/drawing/2014/main" id="{A79E77F7-F8F0-4D2E-995D-6217BDBFC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2275" y="3676650"/>
            <a:ext cx="14382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575" b="0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ctr">
              <a:defRPr sz="1575" b="0">
                <a:solidFill>
                  <a:srgbClr val="233E54"/>
                </a:solidFill>
              </a:defRPr>
            </a:pPr>
            <a:r>
              <a:rPr sz="1575" b="0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k=60</a:t>
            </a:r>
          </a:p>
        </p:txBody>
      </p:sp>
      <p:sp>
        <p:nvSpPr>
          <p:cNvPr id="46" name="boundary">
            <a:extLst xmlns:a="http://schemas.openxmlformats.org/drawingml/2006/main">
              <a:ext uri="{FF2B5EF4-FFF2-40B4-BE49-F238E27FC236}">
                <a16:creationId xmlns:a16="http://schemas.microsoft.com/office/drawing/2014/main" id="{D7F0B178-8FC8-4F87-87AD-CE9A887EA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9145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47" name="boundary">
            <a:extLst xmlns:a="http://schemas.openxmlformats.org/drawingml/2006/main">
              <a:ext uri="{FF2B5EF4-FFF2-40B4-BE49-F238E27FC236}">
                <a16:creationId xmlns:a16="http://schemas.microsoft.com/office/drawing/2014/main" id="{5A2D40D0-0EC6-4F5B-97D2-6F3FA16CE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19145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49" name="boundary">
            <a:extLst xmlns:a="http://schemas.openxmlformats.org/drawingml/2006/main">
              <a:ext uri="{FF2B5EF4-FFF2-40B4-BE49-F238E27FC236}">
                <a16:creationId xmlns:a16="http://schemas.microsoft.com/office/drawing/2014/main" id="{8EBE8C7E-0997-4FE9-8A0E-E2FB11EEB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19145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50" name="boundary">
            <a:extLst xmlns:a="http://schemas.openxmlformats.org/drawingml/2006/main">
              <a:ext uri="{FF2B5EF4-FFF2-40B4-BE49-F238E27FC236}">
                <a16:creationId xmlns:a16="http://schemas.microsoft.com/office/drawing/2014/main" id="{1A375A68-9BD1-43BC-BDEE-5BBFFE055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37528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52" name="boundary">
            <a:extLst xmlns:a="http://schemas.openxmlformats.org/drawingml/2006/main">
              <a:ext uri="{FF2B5EF4-FFF2-40B4-BE49-F238E27FC236}">
                <a16:creationId xmlns:a16="http://schemas.microsoft.com/office/drawing/2014/main" id="{15CB3EFB-1FB8-4CB5-82E8-A5577E696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37528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53" name="boundary">
            <a:extLst xmlns:a="http://schemas.openxmlformats.org/drawingml/2006/main">
              <a:ext uri="{FF2B5EF4-FFF2-40B4-BE49-F238E27FC236}">
                <a16:creationId xmlns:a16="http://schemas.microsoft.com/office/drawing/2014/main" id="{16D9BD99-044D-449A-B988-2344C3CED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37528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55" name="boundary">
            <a:extLst xmlns:a="http://schemas.openxmlformats.org/drawingml/2006/main">
              <a:ext uri="{FF2B5EF4-FFF2-40B4-BE49-F238E27FC236}">
                <a16:creationId xmlns:a16="http://schemas.microsoft.com/office/drawing/2014/main" id="{584FEC6B-7439-447A-8B4E-034AA0F7E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7528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56" name="boundary">
            <a:extLst xmlns:a="http://schemas.openxmlformats.org/drawingml/2006/main">
              <a:ext uri="{FF2B5EF4-FFF2-40B4-BE49-F238E27FC236}">
                <a16:creationId xmlns:a16="http://schemas.microsoft.com/office/drawing/2014/main" id="{2A3151F1-1687-4BE4-9912-B3410DCA3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37528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58" name="boundary">
            <a:extLst xmlns:a="http://schemas.openxmlformats.org/drawingml/2006/main">
              <a:ext uri="{FF2B5EF4-FFF2-40B4-BE49-F238E27FC236}">
                <a16:creationId xmlns:a16="http://schemas.microsoft.com/office/drawing/2014/main" id="{685A8EA0-D06D-44EA-973B-68B9CE99A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37528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59" name="boundary">
            <a:extLst xmlns:a="http://schemas.openxmlformats.org/drawingml/2006/main">
              <a:ext uri="{FF2B5EF4-FFF2-40B4-BE49-F238E27FC236}">
                <a16:creationId xmlns:a16="http://schemas.microsoft.com/office/drawing/2014/main" id="{F339B225-D06A-4234-AA6A-AD2332FC2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37528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61" name="boundary">
            <a:extLst xmlns:a="http://schemas.openxmlformats.org/drawingml/2006/main">
              <a:ext uri="{FF2B5EF4-FFF2-40B4-BE49-F238E27FC236}">
                <a16:creationId xmlns:a16="http://schemas.microsoft.com/office/drawing/2014/main" id="{4E16996A-BB3C-4FD5-83D7-B32A32344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37528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62" name="boundary">
            <a:extLst xmlns:a="http://schemas.openxmlformats.org/drawingml/2006/main">
              <a:ext uri="{FF2B5EF4-FFF2-40B4-BE49-F238E27FC236}">
                <a16:creationId xmlns:a16="http://schemas.microsoft.com/office/drawing/2014/main" id="{F5EC2935-889D-40DE-80A7-532975E15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37528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64" name="boundary">
            <a:extLst xmlns:a="http://schemas.openxmlformats.org/drawingml/2006/main">
              <a:ext uri="{FF2B5EF4-FFF2-40B4-BE49-F238E27FC236}">
                <a16:creationId xmlns:a16="http://schemas.microsoft.com/office/drawing/2014/main" id="{1BB0AA37-222C-4038-B224-2320E754E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55911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65" name="boundary">
            <a:extLst xmlns:a="http://schemas.openxmlformats.org/drawingml/2006/main">
              <a:ext uri="{FF2B5EF4-FFF2-40B4-BE49-F238E27FC236}">
                <a16:creationId xmlns:a16="http://schemas.microsoft.com/office/drawing/2014/main" id="{BAB35CA3-37BF-4DC7-8441-A74ECFBC8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55911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67" name="boundary">
            <a:extLst xmlns:a="http://schemas.openxmlformats.org/drawingml/2006/main">
              <a:ext uri="{FF2B5EF4-FFF2-40B4-BE49-F238E27FC236}">
                <a16:creationId xmlns:a16="http://schemas.microsoft.com/office/drawing/2014/main" id="{82515F79-2300-489B-9B44-1591AF9D5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55911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68" name="boundary">
            <a:extLst xmlns:a="http://schemas.openxmlformats.org/drawingml/2006/main">
              <a:ext uri="{FF2B5EF4-FFF2-40B4-BE49-F238E27FC236}">
                <a16:creationId xmlns:a16="http://schemas.microsoft.com/office/drawing/2014/main" id="{D77F90D5-2A5F-443A-AA59-631691B30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37528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70" name="boundary">
            <a:extLst xmlns:a="http://schemas.openxmlformats.org/drawingml/2006/main">
              <a:ext uri="{FF2B5EF4-FFF2-40B4-BE49-F238E27FC236}">
                <a16:creationId xmlns:a16="http://schemas.microsoft.com/office/drawing/2014/main" id="{3384A28A-92CB-43EB-8CF7-2C50DB6E4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37528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71" name="boundary">
            <a:extLst xmlns:a="http://schemas.openxmlformats.org/drawingml/2006/main">
              <a:ext uri="{FF2B5EF4-FFF2-40B4-BE49-F238E27FC236}">
                <a16:creationId xmlns:a16="http://schemas.microsoft.com/office/drawing/2014/main" id="{AFAEAF0B-CDA9-4CDB-A737-A92AF6544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37528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73" name="boundary">
            <a:extLst xmlns:a="http://schemas.openxmlformats.org/drawingml/2006/main">
              <a:ext uri="{FF2B5EF4-FFF2-40B4-BE49-F238E27FC236}">
                <a16:creationId xmlns:a16="http://schemas.microsoft.com/office/drawing/2014/main" id="{938B294A-3243-414F-9D05-B7A463770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152775"/>
            <a:ext cx="2095500" cy="1190625"/>
          </a:xfrm>
          <a:prstGeom xmlns:a="http://schemas.openxmlformats.org/drawingml/2006/main" prst="roundRect">
            <a:avLst>
              <a:gd name="adj" fmla="val 9600"/>
            </a:avLst>
          </a:prstGeom>
          <a:solidFill xmlns:a="http://schemas.openxmlformats.org/drawingml/2006/main">
            <a:srgbClr val="EAF4FC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</p:sp>
      <p:sp>
        <p:nvSpPr>
          <p:cNvPr id="74" name="前 50 重排">
            <a:extLst xmlns:a="http://schemas.openxmlformats.org/drawingml/2006/main">
              <a:ext uri="{FF2B5EF4-FFF2-40B4-BE49-F238E27FC236}">
                <a16:creationId xmlns:a16="http://schemas.microsoft.com/office/drawing/2014/main" id="{DF7D7572-89F7-4A2A-804A-009F43CB3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3248025"/>
            <a:ext cx="190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875" b="1">
                <a:solidFill>
                  <a:srgbClr val="277DC3"/>
                </a:solidFill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277DC3"/>
                </a:solidFill>
              </a:defRPr>
            </a:pPr>
            <a:r>
              <a:rPr sz="1875" b="1">
                <a:solidFill>
                  <a:srgbClr val="277DC3"/>
                </a:solidFill>
                <a:latin typeface="Microsoft YaHei"/>
                <a:ea typeface="Microsoft YaHei"/>
                <a:cs typeface="Microsoft YaHei"/>
              </a:rPr>
              <a:t>前 50 重排</a:t>
            </a:r>
          </a:p>
        </p:txBody>
      </p:sp>
      <p:sp>
        <p:nvSpPr>
          <p:cNvPr id="75" name="8–12 证据块">
            <a:extLst xmlns:a="http://schemas.openxmlformats.org/drawingml/2006/main">
              <a:ext uri="{FF2B5EF4-FFF2-40B4-BE49-F238E27FC236}">
                <a16:creationId xmlns:a16="http://schemas.microsoft.com/office/drawing/2014/main" id="{D2734939-0EB1-488F-923D-ACE2A0214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3676650"/>
            <a:ext cx="18669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575" b="0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ctr">
              <a:defRPr sz="1575" b="0">
                <a:solidFill>
                  <a:srgbClr val="233E54"/>
                </a:solidFill>
              </a:defRPr>
            </a:pPr>
            <a:r>
              <a:rPr sz="1575" b="0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8–12 证据块</a:t>
            </a:r>
          </a:p>
        </p:txBody>
      </p:sp>
      <p:sp>
        <p:nvSpPr>
          <p:cNvPr id="77" name="生成并逐句引用">
            <a:extLst xmlns:a="http://schemas.openxmlformats.org/drawingml/2006/main">
              <a:ext uri="{FF2B5EF4-FFF2-40B4-BE49-F238E27FC236}">
                <a16:creationId xmlns:a16="http://schemas.microsoft.com/office/drawing/2014/main" id="{D212443F-0B68-4967-951F-AF75CA8B9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6191250"/>
            <a:ext cx="3114675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FFF1CB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875" b="1">
                <a:solidFill>
                  <a:srgbClr val="A67A20"/>
                </a:solidFill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A67A20"/>
                </a:solidFill>
              </a:defRPr>
            </a:pPr>
            <a:r>
              <a:rPr sz="1875" b="1">
                <a:solidFill>
                  <a:srgbClr val="A67A20"/>
                </a:solidFill>
                <a:latin typeface="Microsoft YaHei"/>
                <a:ea typeface="Microsoft YaHei"/>
                <a:cs typeface="Microsoft YaHei"/>
              </a:rPr>
              <a:t>生成并逐句引用</a:t>
            </a:r>
          </a:p>
        </p:txBody>
      </p:sp>
      <p:sp>
        <p:nvSpPr>
          <p:cNvPr id="79" name="Critic 校验">
            <a:extLst xmlns:a="http://schemas.openxmlformats.org/drawingml/2006/main">
              <a:ext uri="{FF2B5EF4-FFF2-40B4-BE49-F238E27FC236}">
                <a16:creationId xmlns:a16="http://schemas.microsoft.com/office/drawing/2014/main" id="{60896D8B-747F-4306-8B4A-44C4C96EC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6191250"/>
            <a:ext cx="249555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E5F0DA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950" b="1">
                <a:solidFill>
                  <a:srgbClr val="547D45"/>
                </a:solidFill>
              </a:defRPr>
            </a:defPPr>
          </a:lstStyle>
          <a:p xmlns:a="http://schemas.openxmlformats.org/drawingml/2006/main">
            <a:pPr algn="ctr">
              <a:defRPr sz="1950" b="1">
                <a:solidFill>
                  <a:srgbClr val="547D45"/>
                </a:solidFill>
              </a:defRPr>
            </a:pPr>
            <a:r>
              <a:rPr sz="1950" b="1">
                <a:solidFill>
                  <a:srgbClr val="547D45"/>
                </a:solidFill>
                <a:latin typeface="Microsoft YaHei"/>
                <a:ea typeface="Microsoft YaHei"/>
                <a:cs typeface="Microsoft YaHei"/>
              </a:rPr>
              <a:t>Critic 校验</a:t>
            </a:r>
          </a:p>
        </p:txBody>
      </p:sp>
      <p:sp>
        <p:nvSpPr>
          <p:cNvPr id="81" name="boundary">
            <a:extLst xmlns:a="http://schemas.openxmlformats.org/drawingml/2006/main">
              <a:ext uri="{FF2B5EF4-FFF2-40B4-BE49-F238E27FC236}">
                <a16:creationId xmlns:a16="http://schemas.microsoft.com/office/drawing/2014/main" id="{D15157BB-0EE5-4AF2-9311-0969E9FFE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65246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82" name="boundary">
            <a:extLst xmlns:a="http://schemas.openxmlformats.org/drawingml/2006/main">
              <a:ext uri="{FF2B5EF4-FFF2-40B4-BE49-F238E27FC236}">
                <a16:creationId xmlns:a16="http://schemas.microsoft.com/office/drawing/2014/main" id="{E1A74975-2824-4174-913B-85BC28973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65246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84" name="boundary">
            <a:extLst xmlns:a="http://schemas.openxmlformats.org/drawingml/2006/main">
              <a:ext uri="{FF2B5EF4-FFF2-40B4-BE49-F238E27FC236}">
                <a16:creationId xmlns:a16="http://schemas.microsoft.com/office/drawing/2014/main" id="{710E26EF-561D-4E6D-98AA-3682E4470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65246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85" name="boundary">
            <a:extLst xmlns:a="http://schemas.openxmlformats.org/drawingml/2006/main">
              <a:ext uri="{FF2B5EF4-FFF2-40B4-BE49-F238E27FC236}">
                <a16:creationId xmlns:a16="http://schemas.microsoft.com/office/drawing/2014/main" id="{D62A16FD-F482-4167-AA17-C4A8C358A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43434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87" name="fail 重新规划">
            <a:extLst xmlns:a="http://schemas.openxmlformats.org/drawingml/2006/main">
              <a:ext uri="{FF2B5EF4-FFF2-40B4-BE49-F238E27FC236}">
                <a16:creationId xmlns:a16="http://schemas.microsoft.com/office/drawing/2014/main" id="{3F37CE79-E503-43A8-B449-29E8B33FA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" y="5638800"/>
            <a:ext cx="23145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575" b="0">
                <a:solidFill>
                  <a:srgbClr val="AB554B"/>
                </a:solidFill>
              </a:defRPr>
            </a:defPPr>
          </a:lstStyle>
          <a:p xmlns:a="http://schemas.openxmlformats.org/drawingml/2006/main">
            <a:pPr algn="ctr">
              <a:defRPr sz="1575" b="0">
                <a:solidFill>
                  <a:srgbClr val="AB554B"/>
                </a:solidFill>
              </a:defRPr>
            </a:pPr>
            <a:r>
              <a:rPr sz="1575" b="0">
                <a:solidFill>
                  <a:srgbClr val="AB554B"/>
                </a:solidFill>
                <a:latin typeface="Microsoft YaHei"/>
                <a:ea typeface="Microsoft YaHei"/>
                <a:cs typeface="Microsoft YaHei"/>
              </a:rPr>
              <a:t>fail 重新规划</a:t>
            </a:r>
          </a:p>
        </p:txBody>
      </p:sp>
      <p:sp>
        <p:nvSpPr>
          <p:cNvPr id="88" name="三路排名融合，不混加原始分数；校验通过后返回答案">
            <a:extLst xmlns:a="http://schemas.openxmlformats.org/drawingml/2006/main">
              <a:ext uri="{FF2B5EF4-FFF2-40B4-BE49-F238E27FC236}">
                <a16:creationId xmlns:a16="http://schemas.microsoft.com/office/drawing/2014/main" id="{B312BE81-18D8-4E97-9375-2501F5A8F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7353300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350" b="0">
                <a:solidFill>
                  <a:srgbClr val="657D8E"/>
                </a:solidFill>
              </a:defRPr>
            </a:defPPr>
          </a:lstStyle>
          <a:p xmlns:a="http://schemas.openxmlformats.org/drawingml/2006/main">
            <a:pPr algn="ctr">
              <a:defRPr sz="1350" b="0">
                <a:solidFill>
                  <a:srgbClr val="657D8E"/>
                </a:solidFill>
              </a:defRPr>
            </a:pPr>
            <a:r>
              <a:rPr sz="1350" b="0">
                <a:solidFill>
                  <a:srgbClr val="657D8E"/>
                </a:solidFill>
                <a:latin typeface="Microsoft YaHei"/>
                <a:ea typeface="Microsoft YaHei"/>
                <a:cs typeface="Microsoft YaHei"/>
              </a:rPr>
              <a:t>三路排名融合，不混加原始分数；校验通过后返回答案</a:t>
            </a:r>
          </a:p>
        </p:txBody>
      </p:sp>
    </p:spTree>
    <p:extLst>
      <p:ext uri="{BB962C8B-B14F-4D97-AF65-F5344CB8AC3E}">
        <p14:creationId xmlns:p14="http://schemas.microsoft.com/office/powerpoint/2010/main" val="825125242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342043D-8CCE-41A4-B1D7-826D09BB4A4B}"/>
              </a:ext>
            </a:extLst>
          </p:cNvPr>
          <p:cNvCxnSpPr>
            <a:stCxn xmlns:a="http://schemas.openxmlformats.org/drawingml/2006/main" id="23" idx="3"/>
            <a:endCxn xmlns:a="http://schemas.openxmlformats.org/drawingml/2006/main" id="24" idx="1"/>
          </p:cNvCxnSpPr>
          <p:nvPr/>
        </p:nvCxnSpPr>
        <p:spPr>
          <a:xfrm xmlns:a="http://schemas.openxmlformats.org/drawingml/2006/main">
            <a:off x="8154353" y="4705827"/>
            <a:ext cx="437197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77DC3"/>
            </a:solidFill>
            <a:prstDash val="solid"/>
            <a:tailEnd type="triangle" w="sm" len="sm"/>
          </a:ln>
        </p:spPr>
      </p:cxnSp>
      <p:cxnSp>
        <p:nvCxn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C4BFE53-D345-460C-841C-18D4FE54B443}"/>
              </a:ext>
            </a:extLst>
          </p:cNvPr>
          <p:cNvCxnSpPr>
            <a:stCxn xmlns:a="http://schemas.openxmlformats.org/drawingml/2006/main" id="16" idx="3"/>
            <a:endCxn xmlns:a="http://schemas.openxmlformats.org/drawingml/2006/main" id="17" idx="1"/>
          </p:cNvCxnSpPr>
          <p:nvPr/>
        </p:nvCxnSpPr>
        <p:spPr>
          <a:xfrm xmlns:a="http://schemas.openxmlformats.org/drawingml/2006/main">
            <a:off x="5449253" y="4705827"/>
            <a:ext cx="437197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77DC3"/>
            </a:solidFill>
            <a:prstDash val="solid"/>
            <a:tailEnd type="triangle" w="sm" len="sm"/>
          </a:ln>
        </p:spPr>
      </p:cxnSp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7CDB130-78DD-4FAA-8A5F-0AA881A3F3EA}"/>
              </a:ext>
            </a:extLst>
          </p:cNvPr>
          <p:cNvCxnSpPr>
            <a:stCxn xmlns:a="http://schemas.openxmlformats.org/drawingml/2006/main" id="9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2744153" y="4705827"/>
            <a:ext cx="437197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77DC3"/>
            </a:solidFill>
            <a:prstDash val="solid"/>
            <a:tailEnd type="triangle" w="sm" len="sm"/>
          </a:ln>
        </p:spPr>
      </p:cxnSp>
      <p:sp>
        <p:nvSpPr>
          <p:cNvPr id="31" name="F-18">
            <a:extLst xmlns:a="http://schemas.openxmlformats.org/drawingml/2006/main">
              <a:ext uri="{FF2B5EF4-FFF2-40B4-BE49-F238E27FC236}">
                <a16:creationId xmlns:a16="http://schemas.microsoft.com/office/drawing/2014/main" id="{18653B59-9D29-4539-AC77-BBF6B6467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9075"/>
            <a:ext cx="95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l">
              <a:defRPr sz="1650" b="1">
                <a:solidFill>
                  <a:srgbClr val="277DC3"/>
                </a:solidFill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277DC3"/>
                </a:solidFill>
              </a:defRPr>
            </a:pPr>
            <a:r>
              <a:rPr sz="1650" b="1">
                <a:solidFill>
                  <a:srgbClr val="277DC3"/>
                </a:solidFill>
                <a:latin typeface="Microsoft YaHei"/>
                <a:ea typeface="Microsoft YaHei"/>
                <a:cs typeface="Microsoft YaHei"/>
              </a:rPr>
              <a:t>F-18</a:t>
            </a:r>
          </a:p>
        </p:txBody>
      </p:sp>
      <p:sp>
        <p:nvSpPr>
          <p:cNvPr id="2" name="多跳问答的推理链示例">
            <a:extLst xmlns:a="http://schemas.openxmlformats.org/drawingml/2006/main">
              <a:ext uri="{FF2B5EF4-FFF2-40B4-BE49-F238E27FC236}">
                <a16:creationId xmlns:a16="http://schemas.microsoft.com/office/drawing/2014/main" id="{F6AED8A7-CFD0-4100-92A0-EE108AAA8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152400"/>
            <a:ext cx="9525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l">
              <a:defRPr sz="2400" b="1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233E54"/>
                </a:solidFill>
              </a:defRPr>
            </a:pPr>
            <a:r>
              <a:rPr sz="2400" b="1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多跳问答的推理链示例</a:t>
            </a:r>
          </a:p>
        </p:txBody>
      </p:sp>
      <p:sp>
        <p:nvSpPr>
          <p:cNvPr id="3" name="boundary">
            <a:extLst xmlns:a="http://schemas.openxmlformats.org/drawingml/2006/main">
              <a:ext uri="{FF2B5EF4-FFF2-40B4-BE49-F238E27FC236}">
                <a16:creationId xmlns:a16="http://schemas.microsoft.com/office/drawing/2014/main" id="{4692B9B5-78A6-437A-965C-98A84FF8F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28675"/>
            <a:ext cx="10515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C4D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近 90 天影响 vLLM 且有公开 PoC 链接的漏洞及其 ATLAS 技术">
            <a:extLst xmlns:a="http://schemas.openxmlformats.org/drawingml/2006/main">
              <a:ext uri="{FF2B5EF4-FFF2-40B4-BE49-F238E27FC236}">
                <a16:creationId xmlns:a16="http://schemas.microsoft.com/office/drawing/2014/main" id="{976F3391-F372-407F-970D-4DA7A952B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219200"/>
            <a:ext cx="10477500" cy="895350"/>
          </a:xfrm>
          <a:prstGeom xmlns:a="http://schemas.openxmlformats.org/drawingml/2006/main" prst="roundRect">
            <a:avLst>
              <a:gd name="adj" fmla="val 12766"/>
            </a:avLst>
          </a:prstGeom>
          <a:solidFill xmlns:a="http://schemas.openxmlformats.org/drawingml/2006/main">
            <a:srgbClr val="277DC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2025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ctr">
              <a:defRPr sz="2025" b="1">
                <a:solidFill>
                  <a:srgbClr val="FFFFFF"/>
                </a:solidFill>
              </a:defRPr>
            </a:pPr>
            <a:r>
              <a: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近 90 天影响 vLLM 且有公开 PoC 链接的漏洞及其 ATLAS 技术</a:t>
            </a:r>
          </a:p>
        </p:txBody>
      </p:sp>
      <p:sp>
        <p:nvSpPr>
          <p:cNvPr id="5" name="1">
            <a:extLst xmlns:a="http://schemas.openxmlformats.org/drawingml/2006/main">
              <a:ext uri="{FF2B5EF4-FFF2-40B4-BE49-F238E27FC236}">
                <a16:creationId xmlns:a16="http://schemas.microsoft.com/office/drawing/2014/main" id="{58496CFA-EBB8-4258-A6DA-7B4FDE5A3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695575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7DC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500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6" name="影响哪些漏洞">
            <a:extLst xmlns:a="http://schemas.openxmlformats.org/drawingml/2006/main">
              <a:ext uri="{FF2B5EF4-FFF2-40B4-BE49-F238E27FC236}">
                <a16:creationId xmlns:a16="http://schemas.microsoft.com/office/drawing/2014/main" id="{0E770254-0BDF-4A45-94CC-483451CC8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333750"/>
            <a:ext cx="2362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950" b="1">
                <a:solidFill>
                  <a:srgbClr val="245D8F"/>
                </a:solidFill>
              </a:defRPr>
            </a:defPPr>
          </a:lstStyle>
          <a:p xmlns:a="http://schemas.openxmlformats.org/drawingml/2006/main">
            <a:pPr algn="ctr">
              <a:defRPr sz="1950" b="1">
                <a:solidFill>
                  <a:srgbClr val="245D8F"/>
                </a:solidFill>
              </a:defRPr>
            </a:pPr>
            <a:r>
              <a:rPr sz="1950" b="1">
                <a:solidFill>
                  <a:srgbClr val="245D8F"/>
                </a:solidFill>
                <a:latin typeface="Microsoft YaHei"/>
                <a:ea typeface="Microsoft YaHei"/>
                <a:cs typeface="Microsoft YaHei"/>
              </a:rPr>
              <a:t>影响哪些漏洞</a:t>
            </a:r>
          </a:p>
        </p:txBody>
      </p:sp>
      <p:sp>
        <p:nvSpPr>
          <p:cNvPr id="7" name="AFFECTS vllm">
            <a:extLst xmlns:a="http://schemas.openxmlformats.org/drawingml/2006/main">
              <a:ext uri="{FF2B5EF4-FFF2-40B4-BE49-F238E27FC236}">
                <a16:creationId xmlns:a16="http://schemas.microsoft.com/office/drawing/2014/main" id="{863A092D-5810-44A3-8070-9C8612375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162425"/>
            <a:ext cx="2171700" cy="1095375"/>
          </a:xfrm>
          <a:prstGeom xmlns:a="http://schemas.openxmlformats.org/drawingml/2006/main" prst="roundRect">
            <a:avLst>
              <a:gd name="adj" fmla="val 10435"/>
            </a:avLst>
          </a:prstGeom>
          <a:solidFill xmlns:a="http://schemas.openxmlformats.org/drawingml/2006/main">
            <a:srgbClr val="EAF4FC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875" b="1">
                <a:solidFill>
                  <a:srgbClr val="277DC3"/>
                </a:solidFill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277DC3"/>
                </a:solidFill>
              </a:defRPr>
            </a:pPr>
            <a:r>
              <a:rPr sz="1875" b="1">
                <a:solidFill>
                  <a:srgbClr val="277DC3"/>
                </a:solidFill>
                <a:latin typeface="Microsoft YaHei"/>
                <a:ea typeface="Microsoft YaHei"/>
                <a:cs typeface="Microsoft YaHei"/>
              </a:rPr>
              <a:t>AFFECTS</a:t>
            </a:r>
          </a:p>
          <a:p xmlns:a="http://schemas.openxmlformats.org/drawingml/2006/main">
            <a:pPr algn="ctr">
              <a:defRPr sz="1875" b="1">
                <a:solidFill>
                  <a:srgbClr val="277DC3"/>
                </a:solidFill>
              </a:defRPr>
            </a:pPr>
            <a:r>
              <a:rPr sz="1875" b="1">
                <a:solidFill>
                  <a:srgbClr val="277DC3"/>
                </a:solidFill>
                <a:latin typeface="Microsoft YaHei"/>
                <a:ea typeface="Microsoft YaHei"/>
                <a:cs typeface="Microsoft YaHei"/>
              </a:rPr>
              <a:t>vllm</a:t>
            </a:r>
          </a:p>
        </p:txBody>
      </p:sp>
      <p:sp>
        <p:nvSpPr>
          <p:cNvPr id="8" name="图检索 / 命中 n">
            <a:extLst xmlns:a="http://schemas.openxmlformats.org/drawingml/2006/main">
              <a:ext uri="{FF2B5EF4-FFF2-40B4-BE49-F238E27FC236}">
                <a16:creationId xmlns:a16="http://schemas.microsoft.com/office/drawing/2014/main" id="{769EB163-E1FA-41D2-83E4-B1F8F1198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581650"/>
            <a:ext cx="2362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650" b="0">
                <a:solidFill>
                  <a:srgbClr val="657D8E"/>
                </a:solidFill>
              </a:defRPr>
            </a:defPPr>
          </a:lstStyle>
          <a:p xmlns:a="http://schemas.openxmlformats.org/drawingml/2006/main">
            <a:pPr algn="ctr">
              <a:defRPr sz="1650" b="0">
                <a:solidFill>
                  <a:srgbClr val="657D8E"/>
                </a:solidFill>
              </a:defRPr>
            </a:pPr>
            <a:r>
              <a:rPr sz="1650" b="0">
                <a:solidFill>
                  <a:srgbClr val="657D8E"/>
                </a:solidFill>
                <a:latin typeface="Microsoft YaHei"/>
                <a:ea typeface="Microsoft YaHei"/>
                <a:cs typeface="Microsoft YaHei"/>
              </a:rPr>
              <a:t>图检索 / 命中 n</a:t>
            </a:r>
          </a:p>
        </p:txBody>
      </p:sp>
      <p:sp>
        <p:nvSpPr>
          <p:cNvPr id="9" name="boundary">
            <a:extLst xmlns:a="http://schemas.openxmlformats.org/drawingml/2006/main">
              <a:ext uri="{FF2B5EF4-FFF2-40B4-BE49-F238E27FC236}">
                <a16:creationId xmlns:a16="http://schemas.microsoft.com/office/drawing/2014/main" id="{B9D47894-CC88-4C4F-90B0-E7959DBDD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47053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0" name="boundary">
            <a:extLst xmlns:a="http://schemas.openxmlformats.org/drawingml/2006/main">
              <a:ext uri="{FF2B5EF4-FFF2-40B4-BE49-F238E27FC236}">
                <a16:creationId xmlns:a16="http://schemas.microsoft.com/office/drawing/2014/main" id="{49E45495-9F6F-4AEE-98C3-AD4714BBD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47053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2" name="2">
            <a:extLst xmlns:a="http://schemas.openxmlformats.org/drawingml/2006/main">
              <a:ext uri="{FF2B5EF4-FFF2-40B4-BE49-F238E27FC236}">
                <a16:creationId xmlns:a16="http://schemas.microsoft.com/office/drawing/2014/main" id="{425673CD-B0E5-469A-B0C0-319FEAAED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695575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7DC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500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3" name="是否有公开引用">
            <a:extLst xmlns:a="http://schemas.openxmlformats.org/drawingml/2006/main">
              <a:ext uri="{FF2B5EF4-FFF2-40B4-BE49-F238E27FC236}">
                <a16:creationId xmlns:a16="http://schemas.microsoft.com/office/drawing/2014/main" id="{DA310806-A688-467D-9BF2-9BFEFA1BB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3333750"/>
            <a:ext cx="2362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950" b="1">
                <a:solidFill>
                  <a:srgbClr val="245D8F"/>
                </a:solidFill>
              </a:defRPr>
            </a:defPPr>
          </a:lstStyle>
          <a:p xmlns:a="http://schemas.openxmlformats.org/drawingml/2006/main">
            <a:pPr algn="ctr">
              <a:defRPr sz="1950" b="1">
                <a:solidFill>
                  <a:srgbClr val="245D8F"/>
                </a:solidFill>
              </a:defRPr>
            </a:pPr>
            <a:r>
              <a:rPr sz="1950" b="1">
                <a:solidFill>
                  <a:srgbClr val="245D8F"/>
                </a:solidFill>
                <a:latin typeface="Microsoft YaHei"/>
                <a:ea typeface="Microsoft YaHei"/>
                <a:cs typeface="Microsoft YaHei"/>
              </a:rPr>
              <a:t>是否有公开引用</a:t>
            </a:r>
          </a:p>
        </p:txBody>
      </p:sp>
      <p:sp>
        <p:nvSpPr>
          <p:cNvPr id="14" name="HAS_POC_REF">
            <a:extLst xmlns:a="http://schemas.openxmlformats.org/drawingml/2006/main">
              <a:ext uri="{FF2B5EF4-FFF2-40B4-BE49-F238E27FC236}">
                <a16:creationId xmlns:a16="http://schemas.microsoft.com/office/drawing/2014/main" id="{3F0DF34E-5A89-4E50-92DD-1ED3BEE42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4162425"/>
            <a:ext cx="2171700" cy="1095375"/>
          </a:xfrm>
          <a:prstGeom xmlns:a="http://schemas.openxmlformats.org/drawingml/2006/main" prst="roundRect">
            <a:avLst>
              <a:gd name="adj" fmla="val 10435"/>
            </a:avLst>
          </a:prstGeom>
          <a:solidFill xmlns:a="http://schemas.openxmlformats.org/drawingml/2006/main">
            <a:srgbClr val="EAF4FC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875" b="1">
                <a:solidFill>
                  <a:srgbClr val="277DC3"/>
                </a:solidFill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277DC3"/>
                </a:solidFill>
              </a:defRPr>
            </a:pPr>
            <a:r>
              <a:rPr sz="1875" b="1">
                <a:solidFill>
                  <a:srgbClr val="277DC3"/>
                </a:solidFill>
                <a:latin typeface="Microsoft YaHei"/>
                <a:ea typeface="Microsoft YaHei"/>
                <a:cs typeface="Microsoft YaHei"/>
              </a:rPr>
              <a:t>HAS_POC_REF</a:t>
            </a:r>
          </a:p>
        </p:txBody>
      </p:sp>
      <p:sp>
        <p:nvSpPr>
          <p:cNvPr id="15" name="图过滤 / 命中 n">
            <a:extLst xmlns:a="http://schemas.openxmlformats.org/drawingml/2006/main">
              <a:ext uri="{FF2B5EF4-FFF2-40B4-BE49-F238E27FC236}">
                <a16:creationId xmlns:a16="http://schemas.microsoft.com/office/drawing/2014/main" id="{7DA89785-B376-409C-9BC8-897937555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5581650"/>
            <a:ext cx="2362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650" b="0">
                <a:solidFill>
                  <a:srgbClr val="657D8E"/>
                </a:solidFill>
              </a:defRPr>
            </a:defPPr>
          </a:lstStyle>
          <a:p xmlns:a="http://schemas.openxmlformats.org/drawingml/2006/main">
            <a:pPr algn="ctr">
              <a:defRPr sz="1650" b="0">
                <a:solidFill>
                  <a:srgbClr val="657D8E"/>
                </a:solidFill>
              </a:defRPr>
            </a:pPr>
            <a:r>
              <a:rPr sz="1650" b="0">
                <a:solidFill>
                  <a:srgbClr val="657D8E"/>
                </a:solidFill>
                <a:latin typeface="Microsoft YaHei"/>
                <a:ea typeface="Microsoft YaHei"/>
                <a:cs typeface="Microsoft YaHei"/>
              </a:rPr>
              <a:t>图过滤 / 命中 n</a:t>
            </a:r>
          </a:p>
        </p:txBody>
      </p:sp>
      <p:sp>
        <p:nvSpPr>
          <p:cNvPr id="16" name="boundary">
            <a:extLst xmlns:a="http://schemas.openxmlformats.org/drawingml/2006/main">
              <a:ext uri="{FF2B5EF4-FFF2-40B4-BE49-F238E27FC236}">
                <a16:creationId xmlns:a16="http://schemas.microsoft.com/office/drawing/2014/main" id="{57C42331-C90C-4E77-B395-ABD7BC37A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47053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7" name="boundary">
            <a:extLst xmlns:a="http://schemas.openxmlformats.org/drawingml/2006/main">
              <a:ext uri="{FF2B5EF4-FFF2-40B4-BE49-F238E27FC236}">
                <a16:creationId xmlns:a16="http://schemas.microsoft.com/office/drawing/2014/main" id="{8A63E162-56C3-44BC-BD12-5EB7D4F66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47053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9" name="3">
            <a:extLst xmlns:a="http://schemas.openxmlformats.org/drawingml/2006/main">
              <a:ext uri="{FF2B5EF4-FFF2-40B4-BE49-F238E27FC236}">
                <a16:creationId xmlns:a16="http://schemas.microsoft.com/office/drawing/2014/main" id="{50AE8A95-EC34-4FD7-9F9D-CB58C32D7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695575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7DC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500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20" name="是否在时间内">
            <a:extLst xmlns:a="http://schemas.openxmlformats.org/drawingml/2006/main">
              <a:ext uri="{FF2B5EF4-FFF2-40B4-BE49-F238E27FC236}">
                <a16:creationId xmlns:a16="http://schemas.microsoft.com/office/drawing/2014/main" id="{46C765F8-BE7C-4843-BC44-BDE724637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3333750"/>
            <a:ext cx="2362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950" b="1">
                <a:solidFill>
                  <a:srgbClr val="245D8F"/>
                </a:solidFill>
              </a:defRPr>
            </a:defPPr>
          </a:lstStyle>
          <a:p xmlns:a="http://schemas.openxmlformats.org/drawingml/2006/main">
            <a:pPr algn="ctr">
              <a:defRPr sz="1950" b="1">
                <a:solidFill>
                  <a:srgbClr val="245D8F"/>
                </a:solidFill>
              </a:defRPr>
            </a:pPr>
            <a:r>
              <a:rPr sz="1950" b="1">
                <a:solidFill>
                  <a:srgbClr val="245D8F"/>
                </a:solidFill>
                <a:latin typeface="Microsoft YaHei"/>
                <a:ea typeface="Microsoft YaHei"/>
                <a:cs typeface="Microsoft YaHei"/>
              </a:rPr>
              <a:t>是否在时间内</a:t>
            </a:r>
          </a:p>
        </p:txBody>
      </p:sp>
      <p:sp>
        <p:nvSpPr>
          <p:cNvPr id="21" name="近 90 天">
            <a:extLst xmlns:a="http://schemas.openxmlformats.org/drawingml/2006/main">
              <a:ext uri="{FF2B5EF4-FFF2-40B4-BE49-F238E27FC236}">
                <a16:creationId xmlns:a16="http://schemas.microsoft.com/office/drawing/2014/main" id="{599B27D6-F2C8-4518-9AF9-7E2E23284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4162425"/>
            <a:ext cx="2171700" cy="1095375"/>
          </a:xfrm>
          <a:prstGeom xmlns:a="http://schemas.openxmlformats.org/drawingml/2006/main" prst="roundRect">
            <a:avLst>
              <a:gd name="adj" fmla="val 10435"/>
            </a:avLst>
          </a:prstGeom>
          <a:solidFill xmlns:a="http://schemas.openxmlformats.org/drawingml/2006/main">
            <a:srgbClr val="EAF4FC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875" b="1">
                <a:solidFill>
                  <a:srgbClr val="277DC3"/>
                </a:solidFill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277DC3"/>
                </a:solidFill>
              </a:defRPr>
            </a:pPr>
            <a:r>
              <a:rPr sz="1875" b="1">
                <a:solidFill>
                  <a:srgbClr val="277DC3"/>
                </a:solidFill>
                <a:latin typeface="Microsoft YaHei"/>
                <a:ea typeface="Microsoft YaHei"/>
                <a:cs typeface="Microsoft YaHei"/>
              </a:rPr>
              <a:t>近 90 天</a:t>
            </a:r>
          </a:p>
        </p:txBody>
      </p:sp>
      <p:sp>
        <p:nvSpPr>
          <p:cNvPr id="22" name="时间过滤 / 命中 n">
            <a:extLst xmlns:a="http://schemas.openxmlformats.org/drawingml/2006/main">
              <a:ext uri="{FF2B5EF4-FFF2-40B4-BE49-F238E27FC236}">
                <a16:creationId xmlns:a16="http://schemas.microsoft.com/office/drawing/2014/main" id="{15019A2F-B949-4A68-95BF-25ADC59F1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5581650"/>
            <a:ext cx="2362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650" b="0">
                <a:solidFill>
                  <a:srgbClr val="657D8E"/>
                </a:solidFill>
              </a:defRPr>
            </a:defPPr>
          </a:lstStyle>
          <a:p xmlns:a="http://schemas.openxmlformats.org/drawingml/2006/main">
            <a:pPr algn="ctr">
              <a:defRPr sz="1650" b="0">
                <a:solidFill>
                  <a:srgbClr val="657D8E"/>
                </a:solidFill>
              </a:defRPr>
            </a:pPr>
            <a:r>
              <a:rPr sz="1650" b="0">
                <a:solidFill>
                  <a:srgbClr val="657D8E"/>
                </a:solidFill>
                <a:latin typeface="Microsoft YaHei"/>
                <a:ea typeface="Microsoft YaHei"/>
                <a:cs typeface="Microsoft YaHei"/>
              </a:rPr>
              <a:t>时间过滤 / 命中 n</a:t>
            </a:r>
          </a:p>
        </p:txBody>
      </p:sp>
      <p:sp>
        <p:nvSpPr>
          <p:cNvPr id="23" name="boundary">
            <a:extLst xmlns:a="http://schemas.openxmlformats.org/drawingml/2006/main">
              <a:ext uri="{FF2B5EF4-FFF2-40B4-BE49-F238E27FC236}">
                <a16:creationId xmlns:a16="http://schemas.microsoft.com/office/drawing/2014/main" id="{B794C27D-42F9-4340-93BE-E25280A23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7053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4" name="boundary">
            <a:extLst xmlns:a="http://schemas.openxmlformats.org/drawingml/2006/main">
              <a:ext uri="{FF2B5EF4-FFF2-40B4-BE49-F238E27FC236}">
                <a16:creationId xmlns:a16="http://schemas.microsoft.com/office/drawing/2014/main" id="{34596FDE-784D-4267-80D8-B7FB33AB4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47053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6" name="4">
            <a:extLst xmlns:a="http://schemas.openxmlformats.org/drawingml/2006/main">
              <a:ext uri="{FF2B5EF4-FFF2-40B4-BE49-F238E27FC236}">
                <a16:creationId xmlns:a16="http://schemas.microsoft.com/office/drawing/2014/main" id="{F3BC69DC-B101-4821-AB38-08E656F46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695575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47D4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500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27" name="对应什么技术">
            <a:extLst xmlns:a="http://schemas.openxmlformats.org/drawingml/2006/main">
              <a:ext uri="{FF2B5EF4-FFF2-40B4-BE49-F238E27FC236}">
                <a16:creationId xmlns:a16="http://schemas.microsoft.com/office/drawing/2014/main" id="{2F1CE54B-3DF0-4F8D-8569-9A7C84320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333750"/>
            <a:ext cx="2362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950" b="1">
                <a:solidFill>
                  <a:srgbClr val="245D8F"/>
                </a:solidFill>
              </a:defRPr>
            </a:defPPr>
          </a:lstStyle>
          <a:p xmlns:a="http://schemas.openxmlformats.org/drawingml/2006/main">
            <a:pPr algn="ctr">
              <a:defRPr sz="1950" b="1">
                <a:solidFill>
                  <a:srgbClr val="245D8F"/>
                </a:solidFill>
              </a:defRPr>
            </a:pPr>
            <a:r>
              <a:rPr sz="1950" b="1">
                <a:solidFill>
                  <a:srgbClr val="245D8F"/>
                </a:solidFill>
                <a:latin typeface="Microsoft YaHei"/>
                <a:ea typeface="Microsoft YaHei"/>
                <a:cs typeface="Microsoft YaHei"/>
              </a:rPr>
              <a:t>对应什么技术</a:t>
            </a:r>
          </a:p>
        </p:txBody>
      </p:sp>
      <p:sp>
        <p:nvSpPr>
          <p:cNvPr id="28" name="MAPS_TO ATLAS">
            <a:extLst xmlns:a="http://schemas.openxmlformats.org/drawingml/2006/main">
              <a:ext uri="{FF2B5EF4-FFF2-40B4-BE49-F238E27FC236}">
                <a16:creationId xmlns:a16="http://schemas.microsoft.com/office/drawing/2014/main" id="{26A5D883-415A-4689-99A7-A7C039665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4162425"/>
            <a:ext cx="2171700" cy="1095375"/>
          </a:xfrm>
          <a:prstGeom xmlns:a="http://schemas.openxmlformats.org/drawingml/2006/main" prst="roundRect">
            <a:avLst>
              <a:gd name="adj" fmla="val 10435"/>
            </a:avLst>
          </a:prstGeom>
          <a:solidFill xmlns:a="http://schemas.openxmlformats.org/drawingml/2006/main">
            <a:srgbClr val="E5F0DA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875" b="1">
                <a:solidFill>
                  <a:srgbClr val="547D45"/>
                </a:solidFill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547D45"/>
                </a:solidFill>
              </a:defRPr>
            </a:pPr>
            <a:r>
              <a:rPr sz="1875" b="1">
                <a:solidFill>
                  <a:srgbClr val="547D45"/>
                </a:solidFill>
                <a:latin typeface="Microsoft YaHei"/>
                <a:ea typeface="Microsoft YaHei"/>
                <a:cs typeface="Microsoft YaHei"/>
              </a:rPr>
              <a:t>MAPS_TO</a:t>
            </a:r>
          </a:p>
          <a:p xmlns:a="http://schemas.openxmlformats.org/drawingml/2006/main">
            <a:pPr algn="ctr">
              <a:defRPr sz="1875" b="1">
                <a:solidFill>
                  <a:srgbClr val="547D45"/>
                </a:solidFill>
              </a:defRPr>
            </a:pPr>
            <a:r>
              <a:rPr sz="1875" b="1">
                <a:solidFill>
                  <a:srgbClr val="547D45"/>
                </a:solidFill>
                <a:latin typeface="Microsoft YaHei"/>
                <a:ea typeface="Microsoft YaHei"/>
                <a:cs typeface="Microsoft YaHei"/>
              </a:rPr>
              <a:t>ATLAS</a:t>
            </a:r>
          </a:p>
        </p:txBody>
      </p:sp>
      <p:sp>
        <p:nvSpPr>
          <p:cNvPr id="29" name="图扩展 / 命中 n">
            <a:extLst xmlns:a="http://schemas.openxmlformats.org/drawingml/2006/main">
              <a:ext uri="{FF2B5EF4-FFF2-40B4-BE49-F238E27FC236}">
                <a16:creationId xmlns:a16="http://schemas.microsoft.com/office/drawing/2014/main" id="{2809D995-0D06-4754-AB5A-9860FFB16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5581650"/>
            <a:ext cx="2362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650" b="0">
                <a:solidFill>
                  <a:srgbClr val="657D8E"/>
                </a:solidFill>
              </a:defRPr>
            </a:defPPr>
          </a:lstStyle>
          <a:p xmlns:a="http://schemas.openxmlformats.org/drawingml/2006/main">
            <a:pPr algn="ctr">
              <a:defRPr sz="1650" b="0">
                <a:solidFill>
                  <a:srgbClr val="657D8E"/>
                </a:solidFill>
              </a:defRPr>
            </a:pPr>
            <a:r>
              <a:rPr sz="1650" b="0">
                <a:solidFill>
                  <a:srgbClr val="657D8E"/>
                </a:solidFill>
                <a:latin typeface="Microsoft YaHei"/>
                <a:ea typeface="Microsoft YaHei"/>
                <a:cs typeface="Microsoft YaHei"/>
              </a:rPr>
              <a:t>图扩展 / 命中 n</a:t>
            </a:r>
          </a:p>
        </p:txBody>
      </p:sp>
      <p:sp>
        <p:nvSpPr>
          <p:cNvPr id="30" name="reasoning_steps 保存子问题、检索方式、查询语句与命中数；n 是示意占位，非实测">
            <a:extLst xmlns:a="http://schemas.openxmlformats.org/drawingml/2006/main">
              <a:ext uri="{FF2B5EF4-FFF2-40B4-BE49-F238E27FC236}">
                <a16:creationId xmlns:a16="http://schemas.microsoft.com/office/drawing/2014/main" id="{663E2135-666B-4D1F-BC3A-36B4C742C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7353300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350" b="0">
                <a:solidFill>
                  <a:srgbClr val="657D8E"/>
                </a:solidFill>
              </a:defRPr>
            </a:defPPr>
          </a:lstStyle>
          <a:p xmlns:a="http://schemas.openxmlformats.org/drawingml/2006/main">
            <a:pPr algn="ctr">
              <a:defRPr sz="1350" b="0">
                <a:solidFill>
                  <a:srgbClr val="657D8E"/>
                </a:solidFill>
              </a:defRPr>
            </a:pPr>
            <a:r>
              <a:rPr sz="1350" b="0">
                <a:solidFill>
                  <a:srgbClr val="657D8E"/>
                </a:solidFill>
                <a:latin typeface="Microsoft YaHei"/>
                <a:ea typeface="Microsoft YaHei"/>
                <a:cs typeface="Microsoft YaHei"/>
              </a:rPr>
              <a:t>reasoning_steps 保存子问题、检索方式、查询语句与命中数；n 是示意占位，非实测</a:t>
            </a:r>
          </a:p>
        </p:txBody>
      </p:sp>
    </p:spTree>
    <p:extLst>
      <p:ext uri="{BB962C8B-B14F-4D97-AF65-F5344CB8AC3E}">
        <p14:creationId xmlns:p14="http://schemas.microsoft.com/office/powerpoint/2010/main" val="561354757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D3082F7-6405-4ECC-8CBA-E14D1B562255}"/>
              </a:ext>
            </a:extLst>
          </p:cNvPr>
          <p:cNvCxnSpPr>
            <a:stCxn xmlns:a="http://schemas.openxmlformats.org/drawingml/2006/main" id="33" idx="3"/>
            <a:endCxn xmlns:a="http://schemas.openxmlformats.org/drawingml/2006/main" id="34" idx="1"/>
          </p:cNvCxnSpPr>
          <p:nvPr/>
        </p:nvCxnSpPr>
        <p:spPr>
          <a:xfrm xmlns:a="http://schemas.openxmlformats.org/drawingml/2006/main">
            <a:off x="7459028" y="2515077"/>
            <a:ext cx="551497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277DC3"/>
            </a:solidFill>
            <a:prstDash val="solid"/>
            <a:tailEnd type="triangle" w="sm" len="sm"/>
          </a:ln>
        </p:spPr>
      </p:cxnSp>
      <p:cxnSp>
        <p:nvCxn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CA585F9-A804-403D-999A-B049F8CA3B75}"/>
              </a:ext>
            </a:extLst>
          </p:cNvPr>
          <p:cNvCxnSpPr>
            <a:stCxn xmlns:a="http://schemas.openxmlformats.org/drawingml/2006/main" id="30" idx="3"/>
            <a:endCxn xmlns:a="http://schemas.openxmlformats.org/drawingml/2006/main" id="31" idx="1"/>
          </p:cNvCxnSpPr>
          <p:nvPr/>
        </p:nvCxnSpPr>
        <p:spPr>
          <a:xfrm xmlns:a="http://schemas.openxmlformats.org/drawingml/2006/main" flipH="1" flipV="1">
            <a:off x="7458075" y="2515077"/>
            <a:ext cx="953" cy="1457325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277DC3"/>
            </a:solidFill>
            <a:prstDash val="solid"/>
          </a:ln>
        </p:spPr>
      </p:cxnSp>
      <p:cxnSp>
        <p:nvCxn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39E1683-04DB-487C-9CA5-9EEFECA3C6F5}"/>
              </a:ext>
            </a:extLst>
          </p:cNvPr>
          <p:cNvCxnSpPr>
            <a:stCxn xmlns:a="http://schemas.openxmlformats.org/drawingml/2006/main" id="27" idx="3"/>
            <a:endCxn xmlns:a="http://schemas.openxmlformats.org/drawingml/2006/main" id="28" idx="1"/>
          </p:cNvCxnSpPr>
          <p:nvPr/>
        </p:nvCxnSpPr>
        <p:spPr>
          <a:xfrm xmlns:a="http://schemas.openxmlformats.org/drawingml/2006/main">
            <a:off x="7144703" y="3972402"/>
            <a:ext cx="313372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277DC3"/>
            </a:solidFill>
            <a:prstDash val="solid"/>
          </a:ln>
        </p:spPr>
      </p:cxnSp>
      <p:cxnSp>
        <p:nvCxn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2913843-4C27-43C4-B266-86E77506F3D6}"/>
              </a:ext>
            </a:extLst>
          </p:cNvPr>
          <p:cNvCxnSpPr>
            <a:stCxn xmlns:a="http://schemas.openxmlformats.org/drawingml/2006/main" id="24" idx="3"/>
            <a:endCxn xmlns:a="http://schemas.openxmlformats.org/drawingml/2006/main" id="25" idx="1"/>
          </p:cNvCxnSpPr>
          <p:nvPr/>
        </p:nvCxnSpPr>
        <p:spPr>
          <a:xfrm xmlns:a="http://schemas.openxmlformats.org/drawingml/2006/main">
            <a:off x="3944303" y="3972402"/>
            <a:ext cx="341947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277DC3"/>
            </a:solidFill>
            <a:prstDash val="solid"/>
            <a:tailEnd type="triangle" w="sm" len="sm"/>
          </a:ln>
        </p:spPr>
      </p:cxnSp>
      <p:cxnSp>
        <p:nvCxn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AE7FC0D-7923-4812-9AF4-29AB445BF9A0}"/>
              </a:ext>
            </a:extLst>
          </p:cNvPr>
          <p:cNvCxnSpPr>
            <a:stCxn xmlns:a="http://schemas.openxmlformats.org/drawingml/2006/main" id="21" idx="3"/>
            <a:endCxn xmlns:a="http://schemas.openxmlformats.org/drawingml/2006/main" id="22" idx="1"/>
          </p:cNvCxnSpPr>
          <p:nvPr/>
        </p:nvCxnSpPr>
        <p:spPr>
          <a:xfrm xmlns:a="http://schemas.openxmlformats.org/drawingml/2006/main" flipH="1" flipV="1">
            <a:off x="3943350" y="3972402"/>
            <a:ext cx="953" cy="1628775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277DC3"/>
            </a:solidFill>
            <a:prstDash val="solid"/>
          </a:ln>
        </p:spPr>
      </p:cxnSp>
      <p:cxnSp>
        <p:nvCxn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71054EE-E406-4D10-8B9E-AC223039C06D}"/>
              </a:ext>
            </a:extLst>
          </p:cNvPr>
          <p:cNvCxnSpPr>
            <a:stCxn xmlns:a="http://schemas.openxmlformats.org/drawingml/2006/main" id="18" idx="3"/>
            <a:endCxn xmlns:a="http://schemas.openxmlformats.org/drawingml/2006/main" id="19" idx="1"/>
          </p:cNvCxnSpPr>
          <p:nvPr/>
        </p:nvCxnSpPr>
        <p:spPr>
          <a:xfrm xmlns:a="http://schemas.openxmlformats.org/drawingml/2006/main">
            <a:off x="3363278" y="5601177"/>
            <a:ext cx="580072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277DC3"/>
            </a:solidFill>
            <a:prstDash val="solid"/>
          </a:ln>
        </p:spPr>
      </p:cxnSp>
      <p:sp>
        <p:nvSpPr>
          <p:cNvPr id="37" name="F-19">
            <a:extLst xmlns:a="http://schemas.openxmlformats.org/drawingml/2006/main">
              <a:ext uri="{FF2B5EF4-FFF2-40B4-BE49-F238E27FC236}">
                <a16:creationId xmlns:a16="http://schemas.microsoft.com/office/drawing/2014/main" id="{A07EA9D3-3E6D-4A25-8D7A-F2C038BAC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9075"/>
            <a:ext cx="95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l">
              <a:defRPr sz="1650" b="1">
                <a:solidFill>
                  <a:srgbClr val="277DC3"/>
                </a:solidFill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277DC3"/>
                </a:solidFill>
              </a:defRPr>
            </a:pPr>
            <a:r>
              <a:rPr sz="1650" b="1">
                <a:solidFill>
                  <a:srgbClr val="277DC3"/>
                </a:solidFill>
                <a:latin typeface="Microsoft YaHei"/>
                <a:ea typeface="Microsoft YaHei"/>
                <a:cs typeface="Microsoft YaHei"/>
              </a:rPr>
              <a:t>F-19</a:t>
            </a:r>
          </a:p>
        </p:txBody>
      </p:sp>
      <p:sp>
        <p:nvSpPr>
          <p:cNvPr id="2" name="MCP 与插件生态全景">
            <a:extLst xmlns:a="http://schemas.openxmlformats.org/drawingml/2006/main">
              <a:ext uri="{FF2B5EF4-FFF2-40B4-BE49-F238E27FC236}">
                <a16:creationId xmlns:a16="http://schemas.microsoft.com/office/drawing/2014/main" id="{04EE6966-C5B4-4B0B-B6DB-7BEC3A340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152400"/>
            <a:ext cx="9525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l">
              <a:defRPr sz="2400" b="1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233E54"/>
                </a:solidFill>
              </a:defRPr>
            </a:pPr>
            <a:r>
              <a:rPr sz="2400" b="1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MCP 与插件生态全景</a:t>
            </a:r>
          </a:p>
        </p:txBody>
      </p:sp>
      <p:sp>
        <p:nvSpPr>
          <p:cNvPr id="3" name="boundary">
            <a:extLst xmlns:a="http://schemas.openxmlformats.org/drawingml/2006/main">
              <a:ext uri="{FF2B5EF4-FFF2-40B4-BE49-F238E27FC236}">
                <a16:creationId xmlns:a16="http://schemas.microsoft.com/office/drawing/2014/main" id="{6CBF0115-9411-4353-91C0-342B829D6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28675"/>
            <a:ext cx="10515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C4D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boundary">
            <a:extLst xmlns:a="http://schemas.openxmlformats.org/drawingml/2006/main">
              <a:ext uri="{FF2B5EF4-FFF2-40B4-BE49-F238E27FC236}">
                <a16:creationId xmlns:a16="http://schemas.microsoft.com/office/drawing/2014/main" id="{FF818059-2267-43ED-9CAC-D8CFA0AD6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1352550"/>
            <a:ext cx="3190875" cy="5048250"/>
          </a:xfrm>
          <a:prstGeom xmlns:a="http://schemas.openxmlformats.org/drawingml/2006/main" prst="roundRect">
            <a:avLst>
              <a:gd name="adj" fmla="val 5373"/>
            </a:avLst>
          </a:prstGeom>
          <a:solidFill xmlns:a="http://schemas.openxmlformats.org/drawingml/2006/main">
            <a:srgbClr val="EAF4FC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</p:sp>
      <p:sp>
        <p:nvSpPr>
          <p:cNvPr id="5" name="数据面扩展">
            <a:extLst xmlns:a="http://schemas.openxmlformats.org/drawingml/2006/main">
              <a:ext uri="{FF2B5EF4-FFF2-40B4-BE49-F238E27FC236}">
                <a16:creationId xmlns:a16="http://schemas.microsoft.com/office/drawing/2014/main" id="{293DF512-8C6D-4AC4-ADE8-AF6A51282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1447800"/>
            <a:ext cx="28479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l">
              <a:defRPr sz="1800" b="1">
                <a:solidFill>
                  <a:srgbClr val="277DC3"/>
                </a:solidFill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277DC3"/>
                </a:solidFill>
              </a:defRPr>
            </a:pPr>
            <a:r>
              <a:rPr sz="1800" b="1">
                <a:solidFill>
                  <a:srgbClr val="277DC3"/>
                </a:solidFill>
                <a:latin typeface="Microsoft YaHei"/>
                <a:ea typeface="Microsoft YaHei"/>
                <a:cs typeface="Microsoft YaHei"/>
              </a:rPr>
              <a:t>数据面扩展</a:t>
            </a:r>
          </a:p>
        </p:txBody>
      </p:sp>
      <p:sp>
        <p:nvSpPr>
          <p:cNvPr id="6" name="Source Connector">
            <a:extLst xmlns:a="http://schemas.openxmlformats.org/drawingml/2006/main">
              <a:ext uri="{FF2B5EF4-FFF2-40B4-BE49-F238E27FC236}">
                <a16:creationId xmlns:a16="http://schemas.microsoft.com/office/drawing/2014/main" id="{F4DB80AA-9348-4062-8D37-32EBBE628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52650"/>
            <a:ext cx="2676525" cy="647700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800" b="1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ctr">
              <a:defRPr sz="1800" b="1">
                <a:solidFill>
                  <a:srgbClr val="233E54"/>
                </a:solidFill>
              </a:defRPr>
            </a:pPr>
            <a:r>
              <a:rPr sz="1800" b="1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Source Connector</a:t>
            </a:r>
          </a:p>
        </p:txBody>
      </p:sp>
      <p:sp>
        <p:nvSpPr>
          <p:cNvPr id="7" name="Enricher">
            <a:extLst xmlns:a="http://schemas.openxmlformats.org/drawingml/2006/main">
              <a:ext uri="{FF2B5EF4-FFF2-40B4-BE49-F238E27FC236}">
                <a16:creationId xmlns:a16="http://schemas.microsoft.com/office/drawing/2014/main" id="{2368B56B-C226-493E-8F39-81F156253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86100"/>
            <a:ext cx="2676525" cy="647700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800" b="1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ctr">
              <a:defRPr sz="1800" b="1">
                <a:solidFill>
                  <a:srgbClr val="233E54"/>
                </a:solidFill>
              </a:defRPr>
            </a:pPr>
            <a:r>
              <a:rPr sz="1800" b="1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Enricher</a:t>
            </a:r>
          </a:p>
        </p:txBody>
      </p:sp>
      <p:sp>
        <p:nvSpPr>
          <p:cNvPr id="8" name="Tool / Skill">
            <a:extLst xmlns:a="http://schemas.openxmlformats.org/drawingml/2006/main">
              <a:ext uri="{FF2B5EF4-FFF2-40B4-BE49-F238E27FC236}">
                <a16:creationId xmlns:a16="http://schemas.microsoft.com/office/drawing/2014/main" id="{F1FC9204-A819-4977-8DC6-1D6C2CDDD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19550"/>
            <a:ext cx="2676525" cy="647700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800" b="1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ctr">
              <a:defRPr sz="1800" b="1">
                <a:solidFill>
                  <a:srgbClr val="233E54"/>
                </a:solidFill>
              </a:defRPr>
            </a:pPr>
            <a:r>
              <a:rPr sz="1800" b="1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Tool / Skill</a:t>
            </a:r>
          </a:p>
        </p:txBody>
      </p:sp>
      <p:sp>
        <p:nvSpPr>
          <p:cNvPr id="9" name="shaowang-sdk 签名索引">
            <a:extLst xmlns:a="http://schemas.openxmlformats.org/drawingml/2006/main">
              <a:ext uri="{FF2B5EF4-FFF2-40B4-BE49-F238E27FC236}">
                <a16:creationId xmlns:a16="http://schemas.microsoft.com/office/drawing/2014/main" id="{883BF119-C530-4F46-BCC6-017C05A7A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53025"/>
            <a:ext cx="2676525" cy="895350"/>
          </a:xfrm>
          <a:prstGeom xmlns:a="http://schemas.openxmlformats.org/drawingml/2006/main" prst="roundRect">
            <a:avLst>
              <a:gd name="adj" fmla="val 12766"/>
            </a:avLst>
          </a:prstGeom>
          <a:solidFill xmlns:a="http://schemas.openxmlformats.org/drawingml/2006/main">
            <a:srgbClr val="277DC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875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shaowang-sdk</a:t>
            </a:r>
          </a:p>
          <a:p xmlns:a="http://schemas.openxmlformats.org/drawingml/2006/main">
            <a:pPr algn="ctr"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签名索引</a:t>
            </a:r>
          </a:p>
        </p:txBody>
      </p:sp>
      <p:sp>
        <p:nvSpPr>
          <p:cNvPr id="10" name="boundary">
            <a:extLst xmlns:a="http://schemas.openxmlformats.org/drawingml/2006/main">
              <a:ext uri="{FF2B5EF4-FFF2-40B4-BE49-F238E27FC236}">
                <a16:creationId xmlns:a16="http://schemas.microsoft.com/office/drawing/2014/main" id="{8835014B-60EF-4A74-9589-B57E2C0DB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314700"/>
            <a:ext cx="2857500" cy="1323975"/>
          </a:xfrm>
          <a:prstGeom xmlns:a="http://schemas.openxmlformats.org/drawingml/2006/main" prst="hexagon">
            <a:avLst/>
          </a:prstGeom>
          <a:solidFill xmlns:a="http://schemas.openxmlformats.org/drawingml/2006/main">
            <a:srgbClr val="E5F0DA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</p:sp>
      <p:sp>
        <p:nvSpPr>
          <p:cNvPr id="11" name="intel-core">
            <a:extLst xmlns:a="http://schemas.openxmlformats.org/drawingml/2006/main">
              <a:ext uri="{FF2B5EF4-FFF2-40B4-BE49-F238E27FC236}">
                <a16:creationId xmlns:a16="http://schemas.microsoft.com/office/drawing/2014/main" id="{C77988CC-0B82-4F2C-AC30-588F3E611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409950"/>
            <a:ext cx="266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2400" b="1">
                <a:solidFill>
                  <a:srgbClr val="547D45"/>
                </a:solidFill>
              </a:defRPr>
            </a:defPPr>
          </a:lstStyle>
          <a:p xmlns:a="http://schemas.openxmlformats.org/drawingml/2006/main">
            <a:pPr algn="ctr">
              <a:defRPr sz="2400" b="1">
                <a:solidFill>
                  <a:srgbClr val="547D45"/>
                </a:solidFill>
              </a:defRPr>
            </a:pPr>
            <a:r>
              <a:rPr sz="2400" b="1">
                <a:solidFill>
                  <a:srgbClr val="547D45"/>
                </a:solidFill>
                <a:latin typeface="Microsoft YaHei"/>
                <a:ea typeface="Microsoft YaHei"/>
                <a:cs typeface="Microsoft YaHei"/>
              </a:rPr>
              <a:t>intel-core</a:t>
            </a:r>
          </a:p>
        </p:txBody>
      </p:sp>
      <p:sp>
        <p:nvSpPr>
          <p:cNvPr id="12" name="统一服务层">
            <a:extLst xmlns:a="http://schemas.openxmlformats.org/drawingml/2006/main">
              <a:ext uri="{FF2B5EF4-FFF2-40B4-BE49-F238E27FC236}">
                <a16:creationId xmlns:a16="http://schemas.microsoft.com/office/drawing/2014/main" id="{B9E8BCE8-1D90-4D8E-A81C-3EA30B37D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838575"/>
            <a:ext cx="26289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575" b="0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ctr">
              <a:defRPr sz="1575" b="0">
                <a:solidFill>
                  <a:srgbClr val="233E54"/>
                </a:solidFill>
              </a:defRPr>
            </a:pPr>
            <a:r>
              <a:rPr sz="1575" b="0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统一服务层</a:t>
            </a:r>
          </a:p>
        </p:txBody>
      </p:sp>
      <p:sp>
        <p:nvSpPr>
          <p:cNvPr id="13" name="boundary">
            <a:extLst xmlns:a="http://schemas.openxmlformats.org/drawingml/2006/main">
              <a:ext uri="{FF2B5EF4-FFF2-40B4-BE49-F238E27FC236}">
                <a16:creationId xmlns:a16="http://schemas.microsoft.com/office/drawing/2014/main" id="{D13EF4B0-0719-4291-B002-FDC250C0C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352550"/>
            <a:ext cx="3190875" cy="5048250"/>
          </a:xfrm>
          <a:prstGeom xmlns:a="http://schemas.openxmlformats.org/drawingml/2006/main" prst="roundRect">
            <a:avLst>
              <a:gd name="adj" fmla="val 5373"/>
            </a:avLst>
          </a:prstGeom>
          <a:solidFill xmlns:a="http://schemas.openxmlformats.org/drawingml/2006/main">
            <a:srgbClr val="EAF4FC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</p:sp>
      <p:sp>
        <p:nvSpPr>
          <p:cNvPr id="14" name="智能体接入">
            <a:extLst xmlns:a="http://schemas.openxmlformats.org/drawingml/2006/main">
              <a:ext uri="{FF2B5EF4-FFF2-40B4-BE49-F238E27FC236}">
                <a16:creationId xmlns:a16="http://schemas.microsoft.com/office/drawing/2014/main" id="{887D2961-6966-404F-9151-8D1C04BA9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1447800"/>
            <a:ext cx="28479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l">
              <a:defRPr sz="1800" b="1">
                <a:solidFill>
                  <a:srgbClr val="277DC3"/>
                </a:solidFill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277DC3"/>
                </a:solidFill>
              </a:defRPr>
            </a:pPr>
            <a:r>
              <a:rPr sz="1800" b="1">
                <a:solidFill>
                  <a:srgbClr val="277DC3"/>
                </a:solidFill>
                <a:latin typeface="Microsoft YaHei"/>
                <a:ea typeface="Microsoft YaHei"/>
                <a:cs typeface="Microsoft YaHei"/>
              </a:rPr>
              <a:t>智能体接入</a:t>
            </a:r>
          </a:p>
        </p:txBody>
      </p:sp>
      <p:sp>
        <p:nvSpPr>
          <p:cNvPr id="15" name="MCP / OpenAPI / CLI">
            <a:extLst xmlns:a="http://schemas.openxmlformats.org/drawingml/2006/main">
              <a:ext uri="{FF2B5EF4-FFF2-40B4-BE49-F238E27FC236}">
                <a16:creationId xmlns:a16="http://schemas.microsoft.com/office/drawing/2014/main" id="{FB7FB6EF-6FA8-43A4-8EB7-66AF5DA0E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25" y="2152650"/>
            <a:ext cx="2790825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725" b="1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ctr">
              <a:defRPr sz="1725" b="1">
                <a:solidFill>
                  <a:srgbClr val="233E54"/>
                </a:solidFill>
              </a:defRPr>
            </a:pPr>
            <a:r>
              <a:rPr sz="1725" b="1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MCP / OpenAPI / CLI</a:t>
            </a:r>
          </a:p>
        </p:txBody>
      </p:sp>
      <p:sp>
        <p:nvSpPr>
          <p:cNvPr id="16" name="Agent Plugins 包">
            <a:extLst xmlns:a="http://schemas.openxmlformats.org/drawingml/2006/main">
              <a:ext uri="{FF2B5EF4-FFF2-40B4-BE49-F238E27FC236}">
                <a16:creationId xmlns:a16="http://schemas.microsoft.com/office/drawing/2014/main" id="{710B7C1E-6F2E-40F9-8CFC-700E3E70F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25" y="3333750"/>
            <a:ext cx="2790825" cy="723900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800" b="1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ctr">
              <a:defRPr sz="1800" b="1">
                <a:solidFill>
                  <a:srgbClr val="233E54"/>
                </a:solidFill>
              </a:defRPr>
            </a:pPr>
            <a:r>
              <a:rPr sz="1800" b="1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Agent Plugins 包</a:t>
            </a:r>
          </a:p>
        </p:txBody>
      </p:sp>
      <p:sp>
        <p:nvSpPr>
          <p:cNvPr id="17" name="Claude Code / Codex Cursor / Gemini CLI Kimi 等：待核实">
            <a:extLst xmlns:a="http://schemas.openxmlformats.org/drawingml/2006/main">
              <a:ext uri="{FF2B5EF4-FFF2-40B4-BE49-F238E27FC236}">
                <a16:creationId xmlns:a16="http://schemas.microsoft.com/office/drawing/2014/main" id="{4DEBCE45-D39D-42E0-9AF4-42321A085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9575" y="4657725"/>
            <a:ext cx="2762250" cy="1362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650" b="0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ctr">
              <a:defRPr sz="1650" b="0">
                <a:solidFill>
                  <a:srgbClr val="233E54"/>
                </a:solidFill>
              </a:defRPr>
            </a:pPr>
            <a:r>
              <a:rPr sz="1650" b="0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Claude Code / Codex</a:t>
            </a:r>
          </a:p>
          <a:p xmlns:a="http://schemas.openxmlformats.org/drawingml/2006/main">
            <a:pPr algn="ctr">
              <a:defRPr sz="1650" b="0">
                <a:solidFill>
                  <a:srgbClr val="233E54"/>
                </a:solidFill>
              </a:defRPr>
            </a:pPr>
            <a:r>
              <a:rPr sz="1650" b="0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Cursor / Gemini CLI</a:t>
            </a:r>
          </a:p>
          <a:p xmlns:a="http://schemas.openxmlformats.org/drawingml/2006/main">
            <a:pPr algn="ctr">
              <a:defRPr sz="1650" b="0">
                <a:solidFill>
                  <a:srgbClr val="233E54"/>
                </a:solidFill>
              </a:defRPr>
            </a:pPr>
            <a:r>
              <a:rPr sz="1650" b="0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Kimi 等：待核实</a:t>
            </a:r>
          </a:p>
        </p:txBody>
      </p:sp>
      <p:sp>
        <p:nvSpPr>
          <p:cNvPr id="18" name="boundary">
            <a:extLst xmlns:a="http://schemas.openxmlformats.org/drawingml/2006/main">
              <a:ext uri="{FF2B5EF4-FFF2-40B4-BE49-F238E27FC236}">
                <a16:creationId xmlns:a16="http://schemas.microsoft.com/office/drawing/2014/main" id="{0F567F57-8D50-4304-A39F-28327CA2B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2325" y="56007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9" name="boundary">
            <a:extLst xmlns:a="http://schemas.openxmlformats.org/drawingml/2006/main">
              <a:ext uri="{FF2B5EF4-FFF2-40B4-BE49-F238E27FC236}">
                <a16:creationId xmlns:a16="http://schemas.microsoft.com/office/drawing/2014/main" id="{8D804F24-F12F-4763-9EAF-99888DDDE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56007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1" name="boundary">
            <a:extLst xmlns:a="http://schemas.openxmlformats.org/drawingml/2006/main">
              <a:ext uri="{FF2B5EF4-FFF2-40B4-BE49-F238E27FC236}">
                <a16:creationId xmlns:a16="http://schemas.microsoft.com/office/drawing/2014/main" id="{A252417B-202C-409E-8642-06BADB43B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56007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2" name="boundary">
            <a:extLst xmlns:a="http://schemas.openxmlformats.org/drawingml/2006/main">
              <a:ext uri="{FF2B5EF4-FFF2-40B4-BE49-F238E27FC236}">
                <a16:creationId xmlns:a16="http://schemas.microsoft.com/office/drawing/2014/main" id="{1C178B6C-8EEE-4B93-8589-BD48D07D1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39719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4" name="boundary">
            <a:extLst xmlns:a="http://schemas.openxmlformats.org/drawingml/2006/main">
              <a:ext uri="{FF2B5EF4-FFF2-40B4-BE49-F238E27FC236}">
                <a16:creationId xmlns:a16="http://schemas.microsoft.com/office/drawing/2014/main" id="{5D3B565D-16CB-49D9-8ECB-486D55584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39719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5" name="boundary">
            <a:extLst xmlns:a="http://schemas.openxmlformats.org/drawingml/2006/main">
              <a:ext uri="{FF2B5EF4-FFF2-40B4-BE49-F238E27FC236}">
                <a16:creationId xmlns:a16="http://schemas.microsoft.com/office/drawing/2014/main" id="{7492FF3F-45F9-4E01-9D45-9FDF0E2F2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9719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7" name="boundary">
            <a:extLst xmlns:a="http://schemas.openxmlformats.org/drawingml/2006/main">
              <a:ext uri="{FF2B5EF4-FFF2-40B4-BE49-F238E27FC236}">
                <a16:creationId xmlns:a16="http://schemas.microsoft.com/office/drawing/2014/main" id="{9531F432-DE5C-452A-8C04-2DE6BAE16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9719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8" name="boundary">
            <a:extLst xmlns:a="http://schemas.openxmlformats.org/drawingml/2006/main">
              <a:ext uri="{FF2B5EF4-FFF2-40B4-BE49-F238E27FC236}">
                <a16:creationId xmlns:a16="http://schemas.microsoft.com/office/drawing/2014/main" id="{A9DB5B6F-E5A8-4182-9622-BA7B4B361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8075" y="39719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30" name="boundary">
            <a:extLst xmlns:a="http://schemas.openxmlformats.org/drawingml/2006/main">
              <a:ext uri="{FF2B5EF4-FFF2-40B4-BE49-F238E27FC236}">
                <a16:creationId xmlns:a16="http://schemas.microsoft.com/office/drawing/2014/main" id="{DB0A1146-1DCC-4903-A33E-97A67420C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8075" y="39719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31" name="boundary">
            <a:extLst xmlns:a="http://schemas.openxmlformats.org/drawingml/2006/main">
              <a:ext uri="{FF2B5EF4-FFF2-40B4-BE49-F238E27FC236}">
                <a16:creationId xmlns:a16="http://schemas.microsoft.com/office/drawing/2014/main" id="{BC885714-5D67-437B-B0AB-816CCD4A2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8075" y="25146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33" name="boundary">
            <a:extLst xmlns:a="http://schemas.openxmlformats.org/drawingml/2006/main">
              <a:ext uri="{FF2B5EF4-FFF2-40B4-BE49-F238E27FC236}">
                <a16:creationId xmlns:a16="http://schemas.microsoft.com/office/drawing/2014/main" id="{0388BDAA-8CD4-49E2-A467-B5A5BC5B6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8075" y="25146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34" name="boundary">
            <a:extLst xmlns:a="http://schemas.openxmlformats.org/drawingml/2006/main">
              <a:ext uri="{FF2B5EF4-FFF2-40B4-BE49-F238E27FC236}">
                <a16:creationId xmlns:a16="http://schemas.microsoft.com/office/drawing/2014/main" id="{EDD6D661-7E51-4EA0-993F-3903BBFDE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25" y="25146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36" name="统一鉴权、限流、审计与长任务句柄">
            <a:extLst xmlns:a="http://schemas.openxmlformats.org/drawingml/2006/main">
              <a:ext uri="{FF2B5EF4-FFF2-40B4-BE49-F238E27FC236}">
                <a16:creationId xmlns:a16="http://schemas.microsoft.com/office/drawing/2014/main" id="{E3C7502D-50CC-4991-99EF-B2C9FB2B6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7353300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350" b="0">
                <a:solidFill>
                  <a:srgbClr val="657D8E"/>
                </a:solidFill>
              </a:defRPr>
            </a:defPPr>
          </a:lstStyle>
          <a:p xmlns:a="http://schemas.openxmlformats.org/drawingml/2006/main">
            <a:pPr algn="ctr">
              <a:defRPr sz="1350" b="0">
                <a:solidFill>
                  <a:srgbClr val="657D8E"/>
                </a:solidFill>
              </a:defRPr>
            </a:pPr>
            <a:r>
              <a:rPr sz="1350" b="0">
                <a:solidFill>
                  <a:srgbClr val="657D8E"/>
                </a:solidFill>
                <a:latin typeface="Microsoft YaHei"/>
                <a:ea typeface="Microsoft YaHei"/>
                <a:cs typeface="Microsoft YaHei"/>
              </a:rPr>
              <a:t>统一鉴权、限流、审计与长任务句柄</a:t>
            </a:r>
          </a:p>
        </p:txBody>
      </p:sp>
    </p:spTree>
    <p:extLst>
      <p:ext uri="{BB962C8B-B14F-4D97-AF65-F5344CB8AC3E}">
        <p14:creationId xmlns:p14="http://schemas.microsoft.com/office/powerpoint/2010/main" val="800317055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F34B8F50-466F-4F24-B4E2-52D06D051EC6}"/>
              </a:ext>
            </a:extLst>
          </p:cNvPr>
          <p:cNvCxnSpPr>
            <a:stCxn xmlns:a="http://schemas.openxmlformats.org/drawingml/2006/main" id="43" idx="3"/>
            <a:endCxn xmlns:a="http://schemas.openxmlformats.org/drawingml/2006/main" id="44" idx="1"/>
          </p:cNvCxnSpPr>
          <p:nvPr/>
        </p:nvCxnSpPr>
        <p:spPr>
          <a:xfrm xmlns:a="http://schemas.openxmlformats.org/drawingml/2006/main" flipH="1">
            <a:off x="10763250" y="6763227"/>
            <a:ext cx="305753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AB554B"/>
            </a:solidFill>
            <a:prstDash val="dash"/>
            <a:tailEnd type="triangle" w="sm" len="sm"/>
          </a:ln>
        </p:spPr>
      </p:cxnSp>
      <p:cxnSp>
        <p:nvCxn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55AF097E-17FA-4073-9B76-92272F098872}"/>
              </a:ext>
            </a:extLst>
          </p:cNvPr>
          <p:cNvCxnSpPr>
            <a:stCxn xmlns:a="http://schemas.openxmlformats.org/drawingml/2006/main" id="40" idx="3"/>
            <a:endCxn xmlns:a="http://schemas.openxmlformats.org/drawingml/2006/main" id="41" idx="1"/>
          </p:cNvCxnSpPr>
          <p:nvPr/>
        </p:nvCxnSpPr>
        <p:spPr>
          <a:xfrm xmlns:a="http://schemas.openxmlformats.org/drawingml/2006/main" flipH="1">
            <a:off x="11068050" y="4401027"/>
            <a:ext cx="953" cy="236220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AB554B"/>
            </a:solidFill>
            <a:prstDash val="dash"/>
          </a:ln>
        </p:spPr>
      </p:cxnSp>
      <p:cxnSp>
        <p:nvCxn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E3059B0-5B8D-489A-BED9-3489F06ABEAB}"/>
              </a:ext>
            </a:extLst>
          </p:cNvPr>
          <p:cNvCxnSpPr>
            <a:stCxn xmlns:a="http://schemas.openxmlformats.org/drawingml/2006/main" id="37" idx="3"/>
            <a:endCxn xmlns:a="http://schemas.openxmlformats.org/drawingml/2006/main" id="38" idx="1"/>
          </p:cNvCxnSpPr>
          <p:nvPr/>
        </p:nvCxnSpPr>
        <p:spPr>
          <a:xfrm xmlns:a="http://schemas.openxmlformats.org/drawingml/2006/main">
            <a:off x="10764203" y="4401027"/>
            <a:ext cx="303847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AB554B"/>
            </a:solidFill>
            <a:prstDash val="dash"/>
          </a:ln>
        </p:spPr>
      </p:cxnSp>
      <p:cxnSp>
        <p:nvCxn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B19C5EF-6049-4E87-9A0E-DA4725110867}"/>
              </a:ext>
            </a:extLst>
          </p:cNvPr>
          <p:cNvCxnSpPr>
            <a:stCxn xmlns:a="http://schemas.openxmlformats.org/drawingml/2006/main" id="32" idx="3"/>
            <a:endCxn xmlns:a="http://schemas.openxmlformats.org/drawingml/2006/main" id="33" idx="1"/>
          </p:cNvCxnSpPr>
          <p:nvPr/>
        </p:nvCxnSpPr>
        <p:spPr>
          <a:xfrm xmlns:a="http://schemas.openxmlformats.org/drawingml/2006/main" flipH="1" flipV="1">
            <a:off x="5715000" y="4782027"/>
            <a:ext cx="953" cy="828675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547D45"/>
            </a:solidFill>
            <a:prstDash val="dash"/>
            <a:tailEnd type="triangle" w="sm" len="sm"/>
          </a:ln>
        </p:spPr>
      </p:cxnSp>
      <p:cxnSp>
        <p:nvCxn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4F820C5-5DDB-4A23-9134-1EA46E3250DB}"/>
              </a:ext>
            </a:extLst>
          </p:cNvPr>
          <p:cNvCxnSpPr>
            <a:stCxn xmlns:a="http://schemas.openxmlformats.org/drawingml/2006/main" id="29" idx="3"/>
            <a:endCxn xmlns:a="http://schemas.openxmlformats.org/drawingml/2006/main" id="30" idx="1"/>
          </p:cNvCxnSpPr>
          <p:nvPr/>
        </p:nvCxnSpPr>
        <p:spPr>
          <a:xfrm xmlns:a="http://schemas.openxmlformats.org/drawingml/2006/main" flipH="1">
            <a:off x="5715000" y="5610702"/>
            <a:ext cx="3763328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547D45"/>
            </a:solidFill>
            <a:prstDash val="dash"/>
          </a:ln>
        </p:spPr>
      </p:cxnSp>
      <p:cxnSp>
        <p:nvCxn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E7109A8-1446-466F-B94B-0DEF9C0FC036}"/>
              </a:ext>
            </a:extLst>
          </p:cNvPr>
          <p:cNvCxnSpPr>
            <a:stCxn xmlns:a="http://schemas.openxmlformats.org/drawingml/2006/main" id="26" idx="3"/>
            <a:endCxn xmlns:a="http://schemas.openxmlformats.org/drawingml/2006/main" id="27" idx="1"/>
          </p:cNvCxnSpPr>
          <p:nvPr/>
        </p:nvCxnSpPr>
        <p:spPr>
          <a:xfrm xmlns:a="http://schemas.openxmlformats.org/drawingml/2006/main" flipH="1">
            <a:off x="9477375" y="4782027"/>
            <a:ext cx="953" cy="828675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547D45"/>
            </a:solidFill>
            <a:prstDash val="dash"/>
          </a:ln>
        </p:spPr>
      </p:cxnSp>
      <p:cxnSp>
        <p:nvCxn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7EDD387-8120-424F-B458-84800F45A2BF}"/>
              </a:ext>
            </a:extLst>
          </p:cNvPr>
          <p:cNvCxnSpPr>
            <a:stCxn xmlns:a="http://schemas.openxmlformats.org/drawingml/2006/main" id="22" idx="3"/>
            <a:endCxn xmlns:a="http://schemas.openxmlformats.org/drawingml/2006/main" id="23" idx="1"/>
          </p:cNvCxnSpPr>
          <p:nvPr/>
        </p:nvCxnSpPr>
        <p:spPr>
          <a:xfrm xmlns:a="http://schemas.openxmlformats.org/drawingml/2006/main" flipH="1">
            <a:off x="1952625" y="3286602"/>
            <a:ext cx="953" cy="733425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277DC3"/>
            </a:solidFill>
            <a:prstDash val="solid"/>
            <a:tailEnd type="triangle" w="sm" len="sm"/>
          </a:ln>
        </p:spPr>
      </p:cxnSp>
      <p:cxnSp>
        <p:nvCxn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2838575-6701-4878-9051-C784517164FE}"/>
              </a:ext>
            </a:extLst>
          </p:cNvPr>
          <p:cNvCxnSpPr>
            <a:stCxn xmlns:a="http://schemas.openxmlformats.org/drawingml/2006/main" id="19" idx="3"/>
            <a:endCxn xmlns:a="http://schemas.openxmlformats.org/drawingml/2006/main" id="20" idx="1"/>
          </p:cNvCxnSpPr>
          <p:nvPr/>
        </p:nvCxnSpPr>
        <p:spPr>
          <a:xfrm xmlns:a="http://schemas.openxmlformats.org/drawingml/2006/main" flipH="1">
            <a:off x="1952625" y="3286602"/>
            <a:ext cx="7525703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277DC3"/>
            </a:solidFill>
            <a:prstDash val="solid"/>
          </a:ln>
        </p:spPr>
      </p:cxnSp>
      <p:cxnSp>
        <p:nvCxn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FC6C85B-38A4-4C7A-B131-FC6FB0A89451}"/>
              </a:ext>
            </a:extLst>
          </p:cNvPr>
          <p:cNvCxnSpPr>
            <a:stCxn xmlns:a="http://schemas.openxmlformats.org/drawingml/2006/main" id="16" idx="3"/>
            <a:endCxn xmlns:a="http://schemas.openxmlformats.org/drawingml/2006/main" id="17" idx="1"/>
          </p:cNvCxnSpPr>
          <p:nvPr/>
        </p:nvCxnSpPr>
        <p:spPr>
          <a:xfrm xmlns:a="http://schemas.openxmlformats.org/drawingml/2006/main" flipH="1">
            <a:off x="9477375" y="2229327"/>
            <a:ext cx="953" cy="1057275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277DC3"/>
            </a:solidFill>
            <a:prstDash val="solid"/>
          </a:ln>
        </p:spPr>
      </p:cxnSp>
      <p:cxnSp>
        <p:nvCxn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D581CE9-34A1-4661-88CB-74C2D24269E9}"/>
              </a:ext>
            </a:extLst>
          </p:cNvPr>
          <p:cNvCxnSpPr>
            <a:stCxn xmlns:a="http://schemas.openxmlformats.org/drawingml/2006/main" id="12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7000875" y="4400550"/>
            <a:ext cx="1190625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A67A20"/>
            </a:solidFill>
            <a:prstDash val="solid"/>
            <a:tailEnd type="triangle" w="sm" len="sm"/>
          </a:ln>
        </p:spPr>
      </p:cxnSp>
      <p:cxnSp>
        <p:nvCxn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7D42548-792B-4542-A3C0-826307A8BFF3}"/>
              </a:ext>
            </a:extLst>
          </p:cNvPr>
          <p:cNvCxnSpPr>
            <a:stCxn xmlns:a="http://schemas.openxmlformats.org/drawingml/2006/main" id="11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3238500" y="4400550"/>
            <a:ext cx="1190625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547D45"/>
            </a:solidFill>
            <a:prstDash val="solid"/>
            <a:tailEnd type="triangle" w="sm" len="sm"/>
          </a:ln>
        </p:spPr>
      </p:cxnSp>
      <p:cxnSp>
        <p:nvCxn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B354B72-E596-466A-9E2F-E1150C615B74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7000875" y="1847850"/>
            <a:ext cx="1190625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277DC3"/>
            </a:solidFill>
            <a:prstDash val="solid"/>
            <a:tailEnd type="triangle" w="sm" len="sm"/>
          </a:ln>
        </p:spPr>
      </p:cxnSp>
      <p:cxnSp>
        <p:nvCxn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23F8A8C-98D4-4518-AAB0-BC76A295D37C}"/>
              </a:ext>
            </a:extLst>
          </p:cNvPr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3238500" y="1847850"/>
            <a:ext cx="1190625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277DC3"/>
            </a:solidFill>
            <a:prstDash val="solid"/>
            <a:tailEnd type="triangle" w="sm" len="sm"/>
          </a:ln>
        </p:spPr>
      </p:cxnSp>
      <p:sp>
        <p:nvSpPr>
          <p:cNvPr id="48" name="F-20">
            <a:extLst xmlns:a="http://schemas.openxmlformats.org/drawingml/2006/main">
              <a:ext uri="{FF2B5EF4-FFF2-40B4-BE49-F238E27FC236}">
                <a16:creationId xmlns:a16="http://schemas.microsoft.com/office/drawing/2014/main" id="{9D8EFB2F-2AB8-4AFE-84F7-DC563BC74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9075"/>
            <a:ext cx="95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l">
              <a:defRPr sz="1650" b="1">
                <a:solidFill>
                  <a:srgbClr val="277DC3"/>
                </a:solidFill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277DC3"/>
                </a:solidFill>
              </a:defRPr>
            </a:pPr>
            <a:r>
              <a:rPr sz="1650" b="1">
                <a:solidFill>
                  <a:srgbClr val="277DC3"/>
                </a:solidFill>
                <a:latin typeface="Microsoft YaHei"/>
                <a:ea typeface="Microsoft YaHei"/>
                <a:cs typeface="Microsoft YaHei"/>
              </a:rPr>
              <a:t>F-20</a:t>
            </a:r>
          </a:p>
        </p:txBody>
      </p:sp>
      <p:sp>
        <p:nvSpPr>
          <p:cNvPr id="2" name="插件生命周期">
            <a:extLst xmlns:a="http://schemas.openxmlformats.org/drawingml/2006/main">
              <a:ext uri="{FF2B5EF4-FFF2-40B4-BE49-F238E27FC236}">
                <a16:creationId xmlns:a16="http://schemas.microsoft.com/office/drawing/2014/main" id="{6C3CD8B6-05DA-4225-9E2F-FC9E037FD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152400"/>
            <a:ext cx="9525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l">
              <a:defRPr sz="2400" b="1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233E54"/>
                </a:solidFill>
              </a:defRPr>
            </a:pPr>
            <a:r>
              <a:rPr sz="2400" b="1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插件生命周期</a:t>
            </a:r>
          </a:p>
        </p:txBody>
      </p:sp>
      <p:sp>
        <p:nvSpPr>
          <p:cNvPr id="3" name="boundary">
            <a:extLst xmlns:a="http://schemas.openxmlformats.org/drawingml/2006/main">
              <a:ext uri="{FF2B5EF4-FFF2-40B4-BE49-F238E27FC236}">
                <a16:creationId xmlns:a16="http://schemas.microsoft.com/office/drawing/2014/main" id="{6F5A8B12-A80E-4AB1-BC1F-544D8FB5D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28675"/>
            <a:ext cx="10515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C4D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Discovered">
            <a:extLst xmlns:a="http://schemas.openxmlformats.org/drawingml/2006/main">
              <a:ext uri="{FF2B5EF4-FFF2-40B4-BE49-F238E27FC236}">
                <a16:creationId xmlns:a16="http://schemas.microsoft.com/office/drawing/2014/main" id="{EF1E3BD2-441B-4E0A-BF55-AC037EB6C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66850"/>
            <a:ext cx="2571750" cy="762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EAF4FC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2100" b="1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ctr">
              <a:defRPr sz="2100" b="1">
                <a:solidFill>
                  <a:srgbClr val="233E54"/>
                </a:solidFill>
              </a:defRPr>
            </a:pPr>
            <a:r>
              <a:rPr sz="2100" b="1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Discovered</a:t>
            </a:r>
          </a:p>
        </p:txBody>
      </p:sp>
      <p:sp>
        <p:nvSpPr>
          <p:cNvPr id="5" name="Validated">
            <a:extLst xmlns:a="http://schemas.openxmlformats.org/drawingml/2006/main">
              <a:ext uri="{FF2B5EF4-FFF2-40B4-BE49-F238E27FC236}">
                <a16:creationId xmlns:a16="http://schemas.microsoft.com/office/drawing/2014/main" id="{F61EDE25-35D2-4970-8234-C9347B35B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466850"/>
            <a:ext cx="2571750" cy="762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EAF4FC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2100" b="1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ctr">
              <a:defRPr sz="2100" b="1">
                <a:solidFill>
                  <a:srgbClr val="233E54"/>
                </a:solidFill>
              </a:defRPr>
            </a:pPr>
            <a:r>
              <a:rPr sz="2100" b="1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Validated</a:t>
            </a:r>
          </a:p>
        </p:txBody>
      </p:sp>
      <p:sp>
        <p:nvSpPr>
          <p:cNvPr id="6" name="Installed">
            <a:extLst xmlns:a="http://schemas.openxmlformats.org/drawingml/2006/main">
              <a:ext uri="{FF2B5EF4-FFF2-40B4-BE49-F238E27FC236}">
                <a16:creationId xmlns:a16="http://schemas.microsoft.com/office/drawing/2014/main" id="{EA06025C-676F-4045-ACC8-448E5390E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466850"/>
            <a:ext cx="2571750" cy="762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EAF4FC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2100" b="1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ctr">
              <a:defRPr sz="2100" b="1">
                <a:solidFill>
                  <a:srgbClr val="233E54"/>
                </a:solidFill>
              </a:defRPr>
            </a:pPr>
            <a:r>
              <a:rPr sz="2100" b="1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Installed</a:t>
            </a:r>
          </a:p>
        </p:txBody>
      </p:sp>
      <p:sp>
        <p:nvSpPr>
          <p:cNvPr id="9" name="清单 / Schema / 签名">
            <a:extLst xmlns:a="http://schemas.openxmlformats.org/drawingml/2006/main">
              <a:ext uri="{FF2B5EF4-FFF2-40B4-BE49-F238E27FC236}">
                <a16:creationId xmlns:a16="http://schemas.microsoft.com/office/drawing/2014/main" id="{8EFD6365-A158-42FB-8F7E-E657519A8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2505075"/>
            <a:ext cx="3143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725" b="0">
                <a:solidFill>
                  <a:srgbClr val="657D8E"/>
                </a:solidFill>
              </a:defRPr>
            </a:defPPr>
          </a:lstStyle>
          <a:p xmlns:a="http://schemas.openxmlformats.org/drawingml/2006/main">
            <a:pPr algn="ctr">
              <a:defRPr sz="1725" b="0">
                <a:solidFill>
                  <a:srgbClr val="657D8E"/>
                </a:solidFill>
              </a:defRPr>
            </a:pPr>
            <a:r>
              <a:rPr sz="1725" b="0">
                <a:solidFill>
                  <a:srgbClr val="657D8E"/>
                </a:solidFill>
                <a:latin typeface="Microsoft YaHei"/>
                <a:ea typeface="Microsoft YaHei"/>
                <a:cs typeface="Microsoft YaHei"/>
              </a:rPr>
              <a:t>清单 / Schema / 签名</a:t>
            </a:r>
          </a:p>
        </p:txBody>
      </p:sp>
      <p:sp>
        <p:nvSpPr>
          <p:cNvPr id="10" name="管理员审批权限">
            <a:extLst xmlns:a="http://schemas.openxmlformats.org/drawingml/2006/main">
              <a:ext uri="{FF2B5EF4-FFF2-40B4-BE49-F238E27FC236}">
                <a16:creationId xmlns:a16="http://schemas.microsoft.com/office/drawing/2014/main" id="{CE25CA7F-D17B-4CC3-A143-0A40C667E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2505075"/>
            <a:ext cx="3143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725" b="0">
                <a:solidFill>
                  <a:srgbClr val="657D8E"/>
                </a:solidFill>
              </a:defRPr>
            </a:defPPr>
          </a:lstStyle>
          <a:p xmlns:a="http://schemas.openxmlformats.org/drawingml/2006/main">
            <a:pPr algn="ctr">
              <a:defRPr sz="1725" b="0">
                <a:solidFill>
                  <a:srgbClr val="657D8E"/>
                </a:solidFill>
              </a:defRPr>
            </a:pPr>
            <a:r>
              <a:rPr sz="1725" b="0">
                <a:solidFill>
                  <a:srgbClr val="657D8E"/>
                </a:solidFill>
                <a:latin typeface="Microsoft YaHei"/>
                <a:ea typeface="Microsoft YaHei"/>
                <a:cs typeface="Microsoft YaHei"/>
              </a:rPr>
              <a:t>管理员审批权限</a:t>
            </a:r>
          </a:p>
        </p:txBody>
      </p:sp>
      <p:sp>
        <p:nvSpPr>
          <p:cNvPr id="11" name="Loaded">
            <a:extLst xmlns:a="http://schemas.openxmlformats.org/drawingml/2006/main">
              <a:ext uri="{FF2B5EF4-FFF2-40B4-BE49-F238E27FC236}">
                <a16:creationId xmlns:a16="http://schemas.microsoft.com/office/drawing/2014/main" id="{BBCB3983-99B5-432C-AA86-188E8AEFC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19550"/>
            <a:ext cx="2571750" cy="762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EAF4FC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2100" b="1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ctr">
              <a:defRPr sz="2100" b="1">
                <a:solidFill>
                  <a:srgbClr val="233E54"/>
                </a:solidFill>
              </a:defRPr>
            </a:pPr>
            <a:r>
              <a:rPr sz="2100" b="1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Loaded</a:t>
            </a:r>
          </a:p>
        </p:txBody>
      </p:sp>
      <p:sp>
        <p:nvSpPr>
          <p:cNvPr id="12" name="Running">
            <a:extLst xmlns:a="http://schemas.openxmlformats.org/drawingml/2006/main">
              <a:ext uri="{FF2B5EF4-FFF2-40B4-BE49-F238E27FC236}">
                <a16:creationId xmlns:a16="http://schemas.microsoft.com/office/drawing/2014/main" id="{EB4C9A91-3626-4CC9-B494-A1A2816A6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4019550"/>
            <a:ext cx="2571750" cy="762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E5F0DA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2100" b="1">
                <a:solidFill>
                  <a:srgbClr val="547D45"/>
                </a:solidFill>
              </a:defRPr>
            </a:defPPr>
          </a:lstStyle>
          <a:p xmlns:a="http://schemas.openxmlformats.org/drawingml/2006/main">
            <a:pPr algn="ctr">
              <a:defRPr sz="2100" b="1">
                <a:solidFill>
                  <a:srgbClr val="547D45"/>
                </a:solidFill>
              </a:defRPr>
            </a:pPr>
            <a:r>
              <a:rPr sz="2100" b="1">
                <a:solidFill>
                  <a:srgbClr val="547D45"/>
                </a:solidFill>
                <a:latin typeface="Microsoft YaHei"/>
                <a:ea typeface="Microsoft YaHei"/>
                <a:cs typeface="Microsoft YaHei"/>
              </a:rPr>
              <a:t>Running</a:t>
            </a:r>
          </a:p>
        </p:txBody>
      </p:sp>
      <p:sp>
        <p:nvSpPr>
          <p:cNvPr id="13" name="Degraded">
            <a:extLst xmlns:a="http://schemas.openxmlformats.org/drawingml/2006/main">
              <a:ext uri="{FF2B5EF4-FFF2-40B4-BE49-F238E27FC236}">
                <a16:creationId xmlns:a16="http://schemas.microsoft.com/office/drawing/2014/main" id="{9DF9DD03-5A47-4EE5-81BB-476EC3B90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019550"/>
            <a:ext cx="2571750" cy="762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FFF1CB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2100" b="1">
                <a:solidFill>
                  <a:srgbClr val="A67A20"/>
                </a:solidFill>
              </a:defRPr>
            </a:defPPr>
          </a:lstStyle>
          <a:p xmlns:a="http://schemas.openxmlformats.org/drawingml/2006/main">
            <a:pPr algn="ctr">
              <a:defRPr sz="2100" b="1">
                <a:solidFill>
                  <a:srgbClr val="A67A20"/>
                </a:solidFill>
              </a:defRPr>
            </a:pPr>
            <a:r>
              <a:rPr sz="2100" b="1">
                <a:solidFill>
                  <a:srgbClr val="A67A20"/>
                </a:solidFill>
                <a:latin typeface="Microsoft YaHei"/>
                <a:ea typeface="Microsoft YaHei"/>
                <a:cs typeface="Microsoft YaHei"/>
              </a:rPr>
              <a:t>Degraded</a:t>
            </a:r>
          </a:p>
        </p:txBody>
      </p:sp>
      <p:sp>
        <p:nvSpPr>
          <p:cNvPr id="16" name="boundary">
            <a:extLst xmlns:a="http://schemas.openxmlformats.org/drawingml/2006/main">
              <a:ext uri="{FF2B5EF4-FFF2-40B4-BE49-F238E27FC236}">
                <a16:creationId xmlns:a16="http://schemas.microsoft.com/office/drawing/2014/main" id="{89545C13-A7BA-4BA4-ACAC-07CBBC1F0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22288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7" name="boundary">
            <a:extLst xmlns:a="http://schemas.openxmlformats.org/drawingml/2006/main">
              <a:ext uri="{FF2B5EF4-FFF2-40B4-BE49-F238E27FC236}">
                <a16:creationId xmlns:a16="http://schemas.microsoft.com/office/drawing/2014/main" id="{49E555E9-7EEF-4C71-9250-C16F63948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32861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9" name="boundary">
            <a:extLst xmlns:a="http://schemas.openxmlformats.org/drawingml/2006/main">
              <a:ext uri="{FF2B5EF4-FFF2-40B4-BE49-F238E27FC236}">
                <a16:creationId xmlns:a16="http://schemas.microsoft.com/office/drawing/2014/main" id="{C6220776-9EFA-441F-8580-A39202809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32861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0" name="boundary">
            <a:extLst xmlns:a="http://schemas.openxmlformats.org/drawingml/2006/main">
              <a:ext uri="{FF2B5EF4-FFF2-40B4-BE49-F238E27FC236}">
                <a16:creationId xmlns:a16="http://schemas.microsoft.com/office/drawing/2014/main" id="{02977A14-8A82-4593-9FFA-826830A86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32861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2" name="boundary">
            <a:extLst xmlns:a="http://schemas.openxmlformats.org/drawingml/2006/main">
              <a:ext uri="{FF2B5EF4-FFF2-40B4-BE49-F238E27FC236}">
                <a16:creationId xmlns:a16="http://schemas.microsoft.com/office/drawing/2014/main" id="{47D22EE8-5C40-4740-B46E-B0174D426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32861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3" name="boundary">
            <a:extLst xmlns:a="http://schemas.openxmlformats.org/drawingml/2006/main">
              <a:ext uri="{FF2B5EF4-FFF2-40B4-BE49-F238E27FC236}">
                <a16:creationId xmlns:a16="http://schemas.microsoft.com/office/drawing/2014/main" id="{88EEF78A-04F7-47BD-A2C7-D65ACD2E8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40195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5" name="连续失败 ≥3 或 Schema 违规率 &gt;5%">
            <a:extLst xmlns:a="http://schemas.openxmlformats.org/drawingml/2006/main">
              <a:ext uri="{FF2B5EF4-FFF2-40B4-BE49-F238E27FC236}">
                <a16:creationId xmlns:a16="http://schemas.microsoft.com/office/drawing/2014/main" id="{E7BDA431-8104-4AC6-B10B-A3C984396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457575"/>
            <a:ext cx="5334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650" b="0">
                <a:solidFill>
                  <a:srgbClr val="A67A20"/>
                </a:solidFill>
              </a:defRPr>
            </a:defPPr>
          </a:lstStyle>
          <a:p xmlns:a="http://schemas.openxmlformats.org/drawingml/2006/main">
            <a:pPr algn="ctr">
              <a:defRPr sz="1650" b="0">
                <a:solidFill>
                  <a:srgbClr val="A67A20"/>
                </a:solidFill>
              </a:defRPr>
            </a:pPr>
            <a:r>
              <a:rPr sz="1650" b="0">
                <a:solidFill>
                  <a:srgbClr val="A67A20"/>
                </a:solidFill>
                <a:latin typeface="Microsoft YaHei"/>
                <a:ea typeface="Microsoft YaHei"/>
                <a:cs typeface="Microsoft YaHei"/>
              </a:rPr>
              <a:t>连续失败 ≥3 或 Schema 违规率 &gt;5%</a:t>
            </a:r>
          </a:p>
        </p:txBody>
      </p:sp>
      <p:sp>
        <p:nvSpPr>
          <p:cNvPr id="26" name="boundary">
            <a:extLst xmlns:a="http://schemas.openxmlformats.org/drawingml/2006/main">
              <a:ext uri="{FF2B5EF4-FFF2-40B4-BE49-F238E27FC236}">
                <a16:creationId xmlns:a16="http://schemas.microsoft.com/office/drawing/2014/main" id="{3FC5A585-490E-4CC1-8CAA-6FDF5555A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47815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7" name="boundary">
            <a:extLst xmlns:a="http://schemas.openxmlformats.org/drawingml/2006/main">
              <a:ext uri="{FF2B5EF4-FFF2-40B4-BE49-F238E27FC236}">
                <a16:creationId xmlns:a16="http://schemas.microsoft.com/office/drawing/2014/main" id="{43A2991C-4F1E-4C1D-B0D9-44A9B89C6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56102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9" name="boundary">
            <a:extLst xmlns:a="http://schemas.openxmlformats.org/drawingml/2006/main">
              <a:ext uri="{FF2B5EF4-FFF2-40B4-BE49-F238E27FC236}">
                <a16:creationId xmlns:a16="http://schemas.microsoft.com/office/drawing/2014/main" id="{A43443EF-F2CA-4EB4-BBA7-8677CD6F6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56102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30" name="boundary">
            <a:extLst xmlns:a="http://schemas.openxmlformats.org/drawingml/2006/main">
              <a:ext uri="{FF2B5EF4-FFF2-40B4-BE49-F238E27FC236}">
                <a16:creationId xmlns:a16="http://schemas.microsoft.com/office/drawing/2014/main" id="{56867DF1-E5CE-4740-B2C2-1D37B2A94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56102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32" name="boundary">
            <a:extLst xmlns:a="http://schemas.openxmlformats.org/drawingml/2006/main">
              <a:ext uri="{FF2B5EF4-FFF2-40B4-BE49-F238E27FC236}">
                <a16:creationId xmlns:a16="http://schemas.microsoft.com/office/drawing/2014/main" id="{47CF9177-4CC2-4BAF-9369-ECB8AB1AA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56102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33" name="boundary">
            <a:extLst xmlns:a="http://schemas.openxmlformats.org/drawingml/2006/main">
              <a:ext uri="{FF2B5EF4-FFF2-40B4-BE49-F238E27FC236}">
                <a16:creationId xmlns:a16="http://schemas.microsoft.com/office/drawing/2014/main" id="{85A21138-A1CE-4D8A-A52C-EC3163A48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7815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35" name="healthcheck 恢复">
            <a:extLst xmlns:a="http://schemas.openxmlformats.org/drawingml/2006/main">
              <a:ext uri="{FF2B5EF4-FFF2-40B4-BE49-F238E27FC236}">
                <a16:creationId xmlns:a16="http://schemas.microsoft.com/office/drawing/2014/main" id="{5F2B6ED4-4879-4909-AFD2-7CC6A4406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5724525"/>
            <a:ext cx="26670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650" b="0">
                <a:solidFill>
                  <a:srgbClr val="547D45"/>
                </a:solidFill>
              </a:defRPr>
            </a:defPPr>
          </a:lstStyle>
          <a:p xmlns:a="http://schemas.openxmlformats.org/drawingml/2006/main">
            <a:pPr algn="ctr">
              <a:defRPr sz="1650" b="0">
                <a:solidFill>
                  <a:srgbClr val="547D45"/>
                </a:solidFill>
              </a:defRPr>
            </a:pPr>
            <a:r>
              <a:rPr sz="1650" b="0">
                <a:solidFill>
                  <a:srgbClr val="547D45"/>
                </a:solidFill>
                <a:latin typeface="Microsoft YaHei"/>
                <a:ea typeface="Microsoft YaHei"/>
                <a:cs typeface="Microsoft YaHei"/>
              </a:rPr>
              <a:t>healthcheck 恢复</a:t>
            </a:r>
          </a:p>
        </p:txBody>
      </p:sp>
      <p:sp>
        <p:nvSpPr>
          <p:cNvPr id="36" name="Disabled">
            <a:extLst xmlns:a="http://schemas.openxmlformats.org/drawingml/2006/main">
              <a:ext uri="{FF2B5EF4-FFF2-40B4-BE49-F238E27FC236}">
                <a16:creationId xmlns:a16="http://schemas.microsoft.com/office/drawing/2014/main" id="{5F25DD2E-0278-4EE7-89FD-48E36E0D3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6457950"/>
            <a:ext cx="2571750" cy="619125"/>
          </a:xfrm>
          <a:prstGeom xmlns:a="http://schemas.openxmlformats.org/drawingml/2006/main" prst="roundRect">
            <a:avLst>
              <a:gd name="adj" fmla="val 18462"/>
            </a:avLst>
          </a:prstGeom>
          <a:solidFill xmlns:a="http://schemas.openxmlformats.org/drawingml/2006/main">
            <a:srgbClr val="FBE7E2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2100" b="1">
                <a:solidFill>
                  <a:srgbClr val="AB554B"/>
                </a:solidFill>
              </a:defRPr>
            </a:defPPr>
          </a:lstStyle>
          <a:p xmlns:a="http://schemas.openxmlformats.org/drawingml/2006/main">
            <a:pPr algn="ctr">
              <a:defRPr sz="2100" b="1">
                <a:solidFill>
                  <a:srgbClr val="AB554B"/>
                </a:solidFill>
              </a:defRPr>
            </a:pPr>
            <a:r>
              <a:rPr sz="2100" b="1">
                <a:solidFill>
                  <a:srgbClr val="AB554B"/>
                </a:solidFill>
                <a:latin typeface="Microsoft YaHei"/>
                <a:ea typeface="Microsoft YaHei"/>
                <a:cs typeface="Microsoft YaHei"/>
              </a:rPr>
              <a:t>Disabled</a:t>
            </a:r>
          </a:p>
        </p:txBody>
      </p:sp>
      <p:sp>
        <p:nvSpPr>
          <p:cNvPr id="37" name="boundary">
            <a:extLst xmlns:a="http://schemas.openxmlformats.org/drawingml/2006/main">
              <a:ext uri="{FF2B5EF4-FFF2-40B4-BE49-F238E27FC236}">
                <a16:creationId xmlns:a16="http://schemas.microsoft.com/office/drawing/2014/main" id="{23A783EE-A1CE-4FA0-9691-9E42AA828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44005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38" name="boundary">
            <a:extLst xmlns:a="http://schemas.openxmlformats.org/drawingml/2006/main">
              <a:ext uri="{FF2B5EF4-FFF2-40B4-BE49-F238E27FC236}">
                <a16:creationId xmlns:a16="http://schemas.microsoft.com/office/drawing/2014/main" id="{361D221A-539A-4BB6-9A91-E3CAD73FE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44005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40" name="boundary">
            <a:extLst xmlns:a="http://schemas.openxmlformats.org/drawingml/2006/main">
              <a:ext uri="{FF2B5EF4-FFF2-40B4-BE49-F238E27FC236}">
                <a16:creationId xmlns:a16="http://schemas.microsoft.com/office/drawing/2014/main" id="{3D904C46-F0F5-4E81-85AE-AC57EC8CA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44005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41" name="boundary">
            <a:extLst xmlns:a="http://schemas.openxmlformats.org/drawingml/2006/main">
              <a:ext uri="{FF2B5EF4-FFF2-40B4-BE49-F238E27FC236}">
                <a16:creationId xmlns:a16="http://schemas.microsoft.com/office/drawing/2014/main" id="{17C91F0F-8CEC-4AAE-8EB5-8688836B1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7627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43" name="boundary">
            <a:extLst xmlns:a="http://schemas.openxmlformats.org/drawingml/2006/main">
              <a:ext uri="{FF2B5EF4-FFF2-40B4-BE49-F238E27FC236}">
                <a16:creationId xmlns:a16="http://schemas.microsoft.com/office/drawing/2014/main" id="{7A6B589A-265F-436F-85B8-ADFB55F05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7627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44" name="boundary">
            <a:extLst xmlns:a="http://schemas.openxmlformats.org/drawingml/2006/main">
              <a:ext uri="{FF2B5EF4-FFF2-40B4-BE49-F238E27FC236}">
                <a16:creationId xmlns:a16="http://schemas.microsoft.com/office/drawing/2014/main" id="{8EDBF4E7-85D2-4541-9E23-622828DCA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7627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46" name="24 h 未恢复 或 Critic 违规">
            <a:extLst xmlns:a="http://schemas.openxmlformats.org/drawingml/2006/main">
              <a:ext uri="{FF2B5EF4-FFF2-40B4-BE49-F238E27FC236}">
                <a16:creationId xmlns:a16="http://schemas.microsoft.com/office/drawing/2014/main" id="{D9521973-70F6-4702-86D6-E6F857F04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5791200"/>
            <a:ext cx="2857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500" b="0">
                <a:solidFill>
                  <a:srgbClr val="AB554B"/>
                </a:solidFill>
              </a:defRPr>
            </a:defPPr>
          </a:lstStyle>
          <a:p xmlns:a="http://schemas.openxmlformats.org/drawingml/2006/main">
            <a:pPr algn="ctr">
              <a:defRPr sz="1500" b="0">
                <a:solidFill>
                  <a:srgbClr val="AB554B"/>
                </a:solidFill>
              </a:defRPr>
            </a:pPr>
            <a:r>
              <a:rPr sz="1500" b="0">
                <a:solidFill>
                  <a:srgbClr val="AB554B"/>
                </a:solidFill>
                <a:latin typeface="Microsoft YaHei"/>
                <a:ea typeface="Microsoft YaHei"/>
                <a:cs typeface="Microsoft YaHei"/>
              </a:rPr>
              <a:t>24 h 未恢复</a:t>
            </a:r>
          </a:p>
          <a:p xmlns:a="http://schemas.openxmlformats.org/drawingml/2006/main">
            <a:pPr algn="ctr">
              <a:defRPr sz="1500" b="0">
                <a:solidFill>
                  <a:srgbClr val="AB554B"/>
                </a:solidFill>
              </a:defRPr>
            </a:pPr>
            <a:r>
              <a:rPr sz="1500" b="0">
                <a:solidFill>
                  <a:srgbClr val="AB554B"/>
                </a:solidFill>
                <a:latin typeface="Microsoft YaHei"/>
                <a:ea typeface="Microsoft YaHei"/>
                <a:cs typeface="Microsoft YaHei"/>
              </a:rPr>
              <a:t>或 Critic 违规</a:t>
            </a:r>
          </a:p>
        </p:txBody>
      </p:sp>
      <p:sp>
        <p:nvSpPr>
          <p:cNvPr id="47" name="升级 MINOR 热升级 / MAJOR 重审">
            <a:extLst xmlns:a="http://schemas.openxmlformats.org/drawingml/2006/main">
              <a:ext uri="{FF2B5EF4-FFF2-40B4-BE49-F238E27FC236}">
                <a16:creationId xmlns:a16="http://schemas.microsoft.com/office/drawing/2014/main" id="{AF703D4C-8D1E-4917-B593-D1E10B6DE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62675"/>
            <a:ext cx="4762500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AF4FC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800" b="1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ctr">
              <a:defRPr sz="1800" b="1">
                <a:solidFill>
                  <a:srgbClr val="233E54"/>
                </a:solidFill>
              </a:defRPr>
            </a:pPr>
            <a:r>
              <a:rPr sz="1800" b="1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升级</a:t>
            </a:r>
          </a:p>
          <a:p xmlns:a="http://schemas.openxmlformats.org/drawingml/2006/main">
            <a:pPr algn="ctr">
              <a:defRPr sz="1800" b="1">
                <a:solidFill>
                  <a:srgbClr val="233E54"/>
                </a:solidFill>
              </a:defRPr>
            </a:pPr>
            <a:r>
              <a:rPr sz="1800" b="1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MINOR 热升级 / MAJOR 重审</a:t>
            </a:r>
          </a:p>
        </p:txBody>
      </p:sp>
    </p:spTree>
    <p:extLst>
      <p:ext uri="{BB962C8B-B14F-4D97-AF65-F5344CB8AC3E}">
        <p14:creationId xmlns:p14="http://schemas.microsoft.com/office/powerpoint/2010/main" val="1219015308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F-21">
            <a:extLst xmlns:a="http://schemas.openxmlformats.org/drawingml/2006/main">
              <a:ext uri="{FF2B5EF4-FFF2-40B4-BE49-F238E27FC236}">
                <a16:creationId xmlns:a16="http://schemas.microsoft.com/office/drawing/2014/main" id="{23A5DFB0-713C-41BD-B386-28205DD41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9075"/>
            <a:ext cx="95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l">
              <a:defRPr sz="1650" b="1">
                <a:solidFill>
                  <a:srgbClr val="277DC3"/>
                </a:solidFill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277DC3"/>
                </a:solidFill>
              </a:defRPr>
            </a:pPr>
            <a:r>
              <a:rPr sz="1650" b="1">
                <a:solidFill>
                  <a:srgbClr val="277DC3"/>
                </a:solidFill>
                <a:latin typeface="Microsoft YaHei"/>
                <a:ea typeface="Microsoft YaHei"/>
                <a:cs typeface="Microsoft YaHei"/>
              </a:rPr>
              <a:t>F-21</a:t>
            </a:r>
          </a:p>
        </p:txBody>
      </p:sp>
      <p:sp>
        <p:nvSpPr>
          <p:cNvPr id="2" name="公开 Schema 与 OSV / STIX 2.1 / CSAF 2.0 的对应">
            <a:extLst xmlns:a="http://schemas.openxmlformats.org/drawingml/2006/main">
              <a:ext uri="{FF2B5EF4-FFF2-40B4-BE49-F238E27FC236}">
                <a16:creationId xmlns:a16="http://schemas.microsoft.com/office/drawing/2014/main" id="{F6A68803-BFDC-4AEF-B403-786E04A51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152400"/>
            <a:ext cx="9525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l">
              <a:defRPr sz="2400" b="1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233E54"/>
                </a:solidFill>
              </a:defRPr>
            </a:pPr>
            <a:r>
              <a:rPr sz="2400" b="1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公开 Schema 与 OSV / STIX 2.1 / CSAF 2.0 的对应</a:t>
            </a:r>
          </a:p>
        </p:txBody>
      </p:sp>
      <p:sp>
        <p:nvSpPr>
          <p:cNvPr id="3" name="boundary">
            <a:extLst xmlns:a="http://schemas.openxmlformats.org/drawingml/2006/main">
              <a:ext uri="{FF2B5EF4-FFF2-40B4-BE49-F238E27FC236}">
                <a16:creationId xmlns:a16="http://schemas.microsoft.com/office/drawing/2014/main" id="{D6220FB5-65FF-42C7-81CF-8C7F57481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28675"/>
            <a:ext cx="10515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C4D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8 类公开 Schema">
            <a:extLst xmlns:a="http://schemas.openxmlformats.org/drawingml/2006/main">
              <a:ext uri="{FF2B5EF4-FFF2-40B4-BE49-F238E27FC236}">
                <a16:creationId xmlns:a16="http://schemas.microsoft.com/office/drawing/2014/main" id="{22A31B16-F48D-47FF-A1CD-15F25B51A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114425"/>
            <a:ext cx="1047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l">
              <a:defRPr sz="2025" b="1">
                <a:solidFill>
                  <a:srgbClr val="277DC3"/>
                </a:solidFill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277DC3"/>
                </a:solidFill>
              </a:defRPr>
            </a:pPr>
            <a:r>
              <a:rPr sz="2025" b="1">
                <a:solidFill>
                  <a:srgbClr val="277DC3"/>
                </a:solidFill>
                <a:latin typeface="Microsoft YaHei"/>
                <a:ea typeface="Microsoft YaHei"/>
                <a:cs typeface="Microsoft YaHei"/>
              </a:rPr>
              <a:t>8 类公开 Schema</a:t>
            </a:r>
          </a:p>
        </p:txBody>
      </p:sp>
      <p:sp>
        <p:nvSpPr>
          <p:cNvPr id="5" name="common">
            <a:extLst xmlns:a="http://schemas.openxmlformats.org/drawingml/2006/main">
              <a:ext uri="{FF2B5EF4-FFF2-40B4-BE49-F238E27FC236}">
                <a16:creationId xmlns:a16="http://schemas.microsoft.com/office/drawing/2014/main" id="{19A7EC44-F640-4652-B67A-89B20EF4E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704975"/>
            <a:ext cx="2419350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EAF4F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650" b="1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ctr">
              <a:defRPr sz="1650" b="1">
                <a:solidFill>
                  <a:srgbClr val="233E54"/>
                </a:solidFill>
              </a:defRPr>
            </a:pPr>
            <a:r>
              <a:rPr sz="1650" b="1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common</a:t>
            </a:r>
          </a:p>
        </p:txBody>
      </p:sp>
      <p:sp>
        <p:nvSpPr>
          <p:cNvPr id="6" name="normalized-intel">
            <a:extLst xmlns:a="http://schemas.openxmlformats.org/drawingml/2006/main">
              <a:ext uri="{FF2B5EF4-FFF2-40B4-BE49-F238E27FC236}">
                <a16:creationId xmlns:a16="http://schemas.microsoft.com/office/drawing/2014/main" id="{FA021F52-7721-4D33-AFD8-CA4709A22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1704975"/>
            <a:ext cx="2419350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EAF4F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650" b="1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ctr">
              <a:defRPr sz="1650" b="1">
                <a:solidFill>
                  <a:srgbClr val="233E54"/>
                </a:solidFill>
              </a:defRPr>
            </a:pPr>
            <a:r>
              <a:rPr sz="1650" b="1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normalized-intel</a:t>
            </a:r>
          </a:p>
        </p:txBody>
      </p:sp>
      <p:sp>
        <p:nvSpPr>
          <p:cNvPr id="7" name="vulnerability">
            <a:extLst xmlns:a="http://schemas.openxmlformats.org/drawingml/2006/main">
              <a:ext uri="{FF2B5EF4-FFF2-40B4-BE49-F238E27FC236}">
                <a16:creationId xmlns:a16="http://schemas.microsoft.com/office/drawing/2014/main" id="{30CDF41E-38CC-4289-9119-421B20DB4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1704975"/>
            <a:ext cx="2419350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EAF4F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650" b="1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ctr">
              <a:defRPr sz="1650" b="1">
                <a:solidFill>
                  <a:srgbClr val="233E54"/>
                </a:solidFill>
              </a:defRPr>
            </a:pPr>
            <a:r>
              <a:rPr sz="1650" b="1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vulnerability</a:t>
            </a:r>
          </a:p>
        </p:txBody>
      </p:sp>
      <p:sp>
        <p:nvSpPr>
          <p:cNvPr id="8" name="advisory">
            <a:extLst xmlns:a="http://schemas.openxmlformats.org/drawingml/2006/main">
              <a:ext uri="{FF2B5EF4-FFF2-40B4-BE49-F238E27FC236}">
                <a16:creationId xmlns:a16="http://schemas.microsoft.com/office/drawing/2014/main" id="{DA8FFE05-AA44-46D8-9E9E-CB781F9F3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1704975"/>
            <a:ext cx="2419350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EAF4F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650" b="1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ctr">
              <a:defRPr sz="1650" b="1">
                <a:solidFill>
                  <a:srgbClr val="233E54"/>
                </a:solidFill>
              </a:defRPr>
            </a:pPr>
            <a:r>
              <a:rPr sz="1650" b="1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advisory</a:t>
            </a:r>
          </a:p>
        </p:txBody>
      </p:sp>
      <p:sp>
        <p:nvSpPr>
          <p:cNvPr id="9" name="component">
            <a:extLst xmlns:a="http://schemas.openxmlformats.org/drawingml/2006/main">
              <a:ext uri="{FF2B5EF4-FFF2-40B4-BE49-F238E27FC236}">
                <a16:creationId xmlns:a16="http://schemas.microsoft.com/office/drawing/2014/main" id="{645E7278-2A2F-418F-8D55-3B3307844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352675"/>
            <a:ext cx="2419350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EAF4F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650" b="1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ctr">
              <a:defRPr sz="1650" b="1">
                <a:solidFill>
                  <a:srgbClr val="233E54"/>
                </a:solidFill>
              </a:defRPr>
            </a:pPr>
            <a:r>
              <a:rPr sz="1650" b="1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component</a:t>
            </a:r>
          </a:p>
        </p:txBody>
      </p:sp>
      <p:sp>
        <p:nvSpPr>
          <p:cNvPr id="10" name="enrichment">
            <a:extLst xmlns:a="http://schemas.openxmlformats.org/drawingml/2006/main">
              <a:ext uri="{FF2B5EF4-FFF2-40B4-BE49-F238E27FC236}">
                <a16:creationId xmlns:a16="http://schemas.microsoft.com/office/drawing/2014/main" id="{DCF4A711-E351-4DD7-8754-690736843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2352675"/>
            <a:ext cx="2419350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EAF4F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650" b="1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ctr">
              <a:defRPr sz="1650" b="1">
                <a:solidFill>
                  <a:srgbClr val="233E54"/>
                </a:solidFill>
              </a:defRPr>
            </a:pPr>
            <a:r>
              <a:rPr sz="1650" b="1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enrichment</a:t>
            </a:r>
          </a:p>
        </p:txBody>
      </p:sp>
      <p:sp>
        <p:nvSpPr>
          <p:cNvPr id="11" name="relation">
            <a:extLst xmlns:a="http://schemas.openxmlformats.org/drawingml/2006/main">
              <a:ext uri="{FF2B5EF4-FFF2-40B4-BE49-F238E27FC236}">
                <a16:creationId xmlns:a16="http://schemas.microsoft.com/office/drawing/2014/main" id="{8524E046-F63D-4F74-AC55-2BBDBE3C8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2352675"/>
            <a:ext cx="2419350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EAF4F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650" b="1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ctr">
              <a:defRPr sz="1650" b="1">
                <a:solidFill>
                  <a:srgbClr val="233E54"/>
                </a:solidFill>
              </a:defRPr>
            </a:pPr>
            <a:r>
              <a:rPr sz="1650" b="1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relation</a:t>
            </a:r>
          </a:p>
        </p:txBody>
      </p:sp>
      <p:sp>
        <p:nvSpPr>
          <p:cNvPr id="12" name="qa-answer">
            <a:extLst xmlns:a="http://schemas.openxmlformats.org/drawingml/2006/main">
              <a:ext uri="{FF2B5EF4-FFF2-40B4-BE49-F238E27FC236}">
                <a16:creationId xmlns:a16="http://schemas.microsoft.com/office/drawing/2014/main" id="{3432CD72-B8E2-4379-A7F1-ACB7FCD1C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352675"/>
            <a:ext cx="2419350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EAF4F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650" b="1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ctr">
              <a:defRPr sz="1650" b="1">
                <a:solidFill>
                  <a:srgbClr val="233E54"/>
                </a:solidFill>
              </a:defRPr>
            </a:pPr>
            <a:r>
              <a:rPr sz="1650" b="1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qa-answer</a:t>
            </a:r>
          </a:p>
        </p:txBody>
      </p:sp>
      <p:graphicFrame>
        <p:nvGraphicFrame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D61E86C-95E8-40B6-8D9B-C2180B7F601E}"/>
              </a:ext>
            </a:extLst>
          </p:cNvPr>
          <p:cNvGraphicFramePr/>
          <p:nvPr/>
        </p:nvGraphicFramePr>
        <p:xfrm>
          <a:off xmlns:a="http://schemas.openxmlformats.org/drawingml/2006/main" x="476250" y="3333750"/>
          <a:ext xmlns:a="http://schemas.openxmlformats.org/drawingml/2006/main" cx="10477500" cy="36671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333625"/>
                <a:gridCol w="2476500"/>
                <a:gridCol w="3143250"/>
                <a:gridCol w="2524125"/>
              </a:tblGrid>
              <a:tr h="523875">
                <a:tc>
                  <a:txBody>
                    <a:bodyPr lIns="95250" tIns="95250" rIns="95250" bIns="95250"/>
                    <a:lstStyle/>
                    <a:p>
                      <a:pPr algn="l"/>
                      <a:r>
                        <a:rPr sz="16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映射对象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A6C4DB"/>
                      </a:solidFill>
                      <a:prstDash val="solid"/>
                    </a:lnL>
                    <a:lnR w="9525">
                      <a:solidFill>
                        <a:srgbClr val="A6C4DB"/>
                      </a:solidFill>
                      <a:prstDash val="solid"/>
                    </a:lnR>
                    <a:lnT w="9525">
                      <a:solidFill>
                        <a:srgbClr val="A6C4DB"/>
                      </a:solidFill>
                      <a:prstDash val="solid"/>
                    </a:lnT>
                    <a:lnB w="9525">
                      <a:solidFill>
                        <a:srgbClr val="A6C4DB"/>
                      </a:solidFill>
                      <a:prstDash val="solid"/>
                    </a:lnB>
                    <a:solidFill>
                      <a:srgbClr val="277DC3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pPr algn="ctr"/>
                      <a:r>
                        <a:rPr sz="16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OSV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A6C4DB"/>
                      </a:solidFill>
                      <a:prstDash val="solid"/>
                    </a:lnR>
                    <a:lnT w="9525">
                      <a:solidFill>
                        <a:srgbClr val="A6C4DB"/>
                      </a:solidFill>
                      <a:prstDash val="solid"/>
                    </a:lnT>
                    <a:lnB w="9525">
                      <a:solidFill>
                        <a:srgbClr val="A6C4DB"/>
                      </a:solidFill>
                      <a:prstDash val="solid"/>
                    </a:lnB>
                    <a:solidFill>
                      <a:srgbClr val="277DC3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pPr algn="ctr"/>
                      <a:r>
                        <a:rPr sz="16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STIX 2.1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A6C4DB"/>
                      </a:solidFill>
                      <a:prstDash val="solid"/>
                    </a:lnR>
                    <a:lnT w="9525">
                      <a:solidFill>
                        <a:srgbClr val="A6C4DB"/>
                      </a:solidFill>
                      <a:prstDash val="solid"/>
                    </a:lnT>
                    <a:lnB w="9525">
                      <a:solidFill>
                        <a:srgbClr val="A6C4DB"/>
                      </a:solidFill>
                      <a:prstDash val="solid"/>
                    </a:lnB>
                    <a:solidFill>
                      <a:srgbClr val="277DC3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pPr algn="ctr"/>
                      <a:r>
                        <a:rPr sz="16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CSAF 2.0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A6C4DB"/>
                      </a:solidFill>
                      <a:prstDash val="solid"/>
                    </a:lnR>
                    <a:lnT w="9525">
                      <a:solidFill>
                        <a:srgbClr val="A6C4DB"/>
                      </a:solidFill>
                      <a:prstDash val="solid"/>
                    </a:lnT>
                    <a:lnB w="9525">
                      <a:solidFill>
                        <a:srgbClr val="A6C4DB"/>
                      </a:solidFill>
                      <a:prstDash val="solid"/>
                    </a:lnB>
                    <a:solidFill>
                      <a:srgbClr val="277DC3"/>
                    </a:solidFill>
                  </a:tcPr>
                </a:tc>
              </a:tr>
              <a:tr h="523875">
                <a:tc>
                  <a:txBody>
                    <a:bodyPr lIns="95250" tIns="95250" rIns="95250" bIns="95250"/>
                    <a:lstStyle/>
                    <a:p>
                      <a:pPr algn="l"/>
                      <a:r>
                        <a:rPr sz="1650" b="0">
                          <a:solidFill>
                            <a:srgbClr val="233E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标识 / 别名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A6C4DB"/>
                      </a:solidFill>
                      <a:prstDash val="solid"/>
                    </a:lnL>
                    <a:lnR w="9525">
                      <a:solidFill>
                        <a:srgbClr val="A6C4DB"/>
                      </a:solidFill>
                      <a:prstDash val="solid"/>
                    </a:lnR>
                    <a:lnB w="9525">
                      <a:solidFill>
                        <a:srgbClr val="A6C4DB"/>
                      </a:solidFill>
                      <a:prstDash val="solid"/>
                    </a:lnB>
                    <a:solidFill>
                      <a:srgbClr val="EAF4FC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pPr algn="ctr"/>
                      <a:r>
                        <a:rPr sz="1650" b="0">
                          <a:solidFill>
                            <a:srgbClr val="233E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id / aliases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A6C4DB"/>
                      </a:solidFill>
                      <a:prstDash val="solid"/>
                    </a:lnR>
                    <a:lnB w="9525">
                      <a:solidFill>
                        <a:srgbClr val="A6C4DB"/>
                      </a:solidFill>
                      <a:prstDash val="solid"/>
                    </a:lnB>
                    <a:solidFill>
                      <a:srgbClr val="EAF4FC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pPr algn="ctr"/>
                      <a:r>
                        <a:rPr sz="1650" b="0">
                          <a:solidFill>
                            <a:srgbClr val="233E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external_references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A6C4DB"/>
                      </a:solidFill>
                      <a:prstDash val="solid"/>
                    </a:lnR>
                    <a:lnB w="9525">
                      <a:solidFill>
                        <a:srgbClr val="A6C4DB"/>
                      </a:solidFill>
                      <a:prstDash val="solid"/>
                    </a:lnB>
                    <a:solidFill>
                      <a:srgbClr val="EAF4FC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pPr algn="ctr"/>
                      <a:r>
                        <a:rPr sz="1650" b="0">
                          <a:solidFill>
                            <a:srgbClr val="233E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cve / ids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A6C4DB"/>
                      </a:solidFill>
                      <a:prstDash val="solid"/>
                    </a:lnR>
                    <a:lnB w="9525">
                      <a:solidFill>
                        <a:srgbClr val="A6C4DB"/>
                      </a:solidFill>
                      <a:prstDash val="solid"/>
                    </a:lnB>
                    <a:solidFill>
                      <a:srgbClr val="EAF4FC"/>
                    </a:solidFill>
                  </a:tcPr>
                </a:tc>
              </a:tr>
              <a:tr h="523875">
                <a:tc>
                  <a:txBody>
                    <a:bodyPr lIns="95250" tIns="95250" rIns="95250" bIns="95250"/>
                    <a:lstStyle/>
                    <a:p>
                      <a:pPr algn="l"/>
                      <a:r>
                        <a:rPr sz="1650" b="0">
                          <a:solidFill>
                            <a:srgbClr val="233E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影响区间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A6C4DB"/>
                      </a:solidFill>
                      <a:prstDash val="solid"/>
                    </a:lnL>
                    <a:lnR w="9525">
                      <a:solidFill>
                        <a:srgbClr val="A6C4DB"/>
                      </a:solidFill>
                      <a:prstDash val="solid"/>
                    </a:lnR>
                    <a:lnB w="9525">
                      <a:solidFill>
                        <a:srgbClr val="A6C4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pPr algn="ctr"/>
                      <a:r>
                        <a:rPr sz="1650" b="0">
                          <a:solidFill>
                            <a:srgbClr val="233E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ranges.events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A6C4DB"/>
                      </a:solidFill>
                      <a:prstDash val="solid"/>
                    </a:lnR>
                    <a:lnB w="9525">
                      <a:solidFill>
                        <a:srgbClr val="A6C4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pPr algn="ctr"/>
                      <a:r>
                        <a:rPr sz="1650" b="0">
                          <a:solidFill>
                            <a:srgbClr val="233E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software + relation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A6C4DB"/>
                      </a:solidFill>
                      <a:prstDash val="solid"/>
                    </a:lnR>
                    <a:lnB w="9525">
                      <a:solidFill>
                        <a:srgbClr val="A6C4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pPr algn="ctr"/>
                      <a:r>
                        <a:rPr sz="1650" b="0">
                          <a:solidFill>
                            <a:srgbClr val="233E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product_status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A6C4DB"/>
                      </a:solidFill>
                      <a:prstDash val="solid"/>
                    </a:lnR>
                    <a:lnB w="9525">
                      <a:solidFill>
                        <a:srgbClr val="A6C4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23875">
                <a:tc>
                  <a:txBody>
                    <a:bodyPr lIns="95250" tIns="95250" rIns="95250" bIns="95250"/>
                    <a:lstStyle/>
                    <a:p>
                      <a:pPr algn="l"/>
                      <a:r>
                        <a:rPr sz="1650" b="0">
                          <a:solidFill>
                            <a:srgbClr val="233E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处置建议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A6C4DB"/>
                      </a:solidFill>
                      <a:prstDash val="solid"/>
                    </a:lnL>
                    <a:lnR w="9525">
                      <a:solidFill>
                        <a:srgbClr val="A6C4DB"/>
                      </a:solidFill>
                      <a:prstDash val="solid"/>
                    </a:lnR>
                    <a:lnB w="9525">
                      <a:solidFill>
                        <a:srgbClr val="A6C4DB"/>
                      </a:solidFill>
                      <a:prstDash val="solid"/>
                    </a:lnB>
                    <a:solidFill>
                      <a:srgbClr val="EAF4FC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pPr algn="ctr"/>
                      <a:r>
                        <a:rPr sz="1650" b="0">
                          <a:solidFill>
                            <a:srgbClr val="233E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FIX 引用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A6C4DB"/>
                      </a:solidFill>
                      <a:prstDash val="solid"/>
                    </a:lnR>
                    <a:lnB w="9525">
                      <a:solidFill>
                        <a:srgbClr val="A6C4DB"/>
                      </a:solidFill>
                      <a:prstDash val="solid"/>
                    </a:lnB>
                    <a:solidFill>
                      <a:srgbClr val="EAF4FC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pPr algn="ctr"/>
                      <a:r>
                        <a:rPr sz="1650" b="0">
                          <a:solidFill>
                            <a:srgbClr val="233E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course-of-action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A6C4DB"/>
                      </a:solidFill>
                      <a:prstDash val="solid"/>
                    </a:lnR>
                    <a:lnB w="9525">
                      <a:solidFill>
                        <a:srgbClr val="A6C4DB"/>
                      </a:solidFill>
                      <a:prstDash val="solid"/>
                    </a:lnB>
                    <a:solidFill>
                      <a:srgbClr val="EAF4FC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pPr algn="ctr"/>
                      <a:r>
                        <a:rPr sz="1650" b="0">
                          <a:solidFill>
                            <a:srgbClr val="233E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remediations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A6C4DB"/>
                      </a:solidFill>
                      <a:prstDash val="solid"/>
                    </a:lnR>
                    <a:lnB w="9525">
                      <a:solidFill>
                        <a:srgbClr val="A6C4DB"/>
                      </a:solidFill>
                      <a:prstDash val="solid"/>
                    </a:lnB>
                    <a:solidFill>
                      <a:srgbClr val="EAF4FC"/>
                    </a:solidFill>
                  </a:tcPr>
                </a:tc>
              </a:tr>
              <a:tr h="523875">
                <a:tc>
                  <a:txBody>
                    <a:bodyPr lIns="95250" tIns="95250" rIns="95250" bIns="95250"/>
                    <a:lstStyle/>
                    <a:p>
                      <a:pPr algn="l"/>
                      <a:r>
                        <a:rPr sz="1650" b="0">
                          <a:solidFill>
                            <a:srgbClr val="233E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ATLAS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A6C4DB"/>
                      </a:solidFill>
                      <a:prstDash val="solid"/>
                    </a:lnL>
                    <a:lnR w="9525">
                      <a:solidFill>
                        <a:srgbClr val="A6C4DB"/>
                      </a:solidFill>
                      <a:prstDash val="solid"/>
                    </a:lnR>
                    <a:lnB w="9525">
                      <a:solidFill>
                        <a:srgbClr val="A6C4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pPr algn="ctr"/>
                      <a:r>
                        <a:rPr sz="1650" b="0">
                          <a:solidFill>
                            <a:srgbClr val="233E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无原生项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A6C4DB"/>
                      </a:solidFill>
                      <a:prstDash val="solid"/>
                    </a:lnR>
                    <a:lnB w="9525">
                      <a:solidFill>
                        <a:srgbClr val="A6C4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pPr algn="ctr"/>
                      <a:r>
                        <a:rPr sz="1650" b="0">
                          <a:solidFill>
                            <a:srgbClr val="233E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attack-pattern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A6C4DB"/>
                      </a:solidFill>
                      <a:prstDash val="solid"/>
                    </a:lnR>
                    <a:lnB w="9525">
                      <a:solidFill>
                        <a:srgbClr val="A6C4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pPr algn="ctr"/>
                      <a:r>
                        <a:rPr sz="1650" b="0">
                          <a:solidFill>
                            <a:srgbClr val="233E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notes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A6C4DB"/>
                      </a:solidFill>
                      <a:prstDash val="solid"/>
                    </a:lnR>
                    <a:lnB w="9525">
                      <a:solidFill>
                        <a:srgbClr val="A6C4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23875">
                <a:tc>
                  <a:txBody>
                    <a:bodyPr lIns="95250" tIns="95250" rIns="95250" bIns="95250"/>
                    <a:lstStyle/>
                    <a:p>
                      <a:pPr algn="l"/>
                      <a:r>
                        <a:rPr sz="1650" b="0">
                          <a:solidFill>
                            <a:srgbClr val="233E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关系与置信度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A6C4DB"/>
                      </a:solidFill>
                      <a:prstDash val="solid"/>
                    </a:lnL>
                    <a:lnR w="9525">
                      <a:solidFill>
                        <a:srgbClr val="A6C4DB"/>
                      </a:solidFill>
                      <a:prstDash val="solid"/>
                    </a:lnR>
                    <a:lnB w="9525">
                      <a:solidFill>
                        <a:srgbClr val="A6C4DB"/>
                      </a:solidFill>
                      <a:prstDash val="solid"/>
                    </a:lnB>
                    <a:solidFill>
                      <a:srgbClr val="EAF4FC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pPr algn="ctr"/>
                      <a:r>
                        <a:rPr sz="1650" b="0">
                          <a:solidFill>
                            <a:srgbClr val="233E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无原生项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A6C4DB"/>
                      </a:solidFill>
                      <a:prstDash val="solid"/>
                    </a:lnR>
                    <a:lnB w="9525">
                      <a:solidFill>
                        <a:srgbClr val="A6C4DB"/>
                      </a:solidFill>
                      <a:prstDash val="solid"/>
                    </a:lnB>
                    <a:solidFill>
                      <a:srgbClr val="EAF4FC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pPr algn="ctr"/>
                      <a:r>
                        <a:rPr sz="1650" b="0">
                          <a:solidFill>
                            <a:srgbClr val="233E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relationship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A6C4DB"/>
                      </a:solidFill>
                      <a:prstDash val="solid"/>
                    </a:lnR>
                    <a:lnB w="9525">
                      <a:solidFill>
                        <a:srgbClr val="A6C4DB"/>
                      </a:solidFill>
                      <a:prstDash val="solid"/>
                    </a:lnB>
                    <a:solidFill>
                      <a:srgbClr val="EAF4FC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pPr algn="ctr"/>
                      <a:r>
                        <a:rPr sz="1650" b="0">
                          <a:solidFill>
                            <a:srgbClr val="233E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无原生项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A6C4DB"/>
                      </a:solidFill>
                      <a:prstDash val="solid"/>
                    </a:lnR>
                    <a:lnB w="9525">
                      <a:solidFill>
                        <a:srgbClr val="A6C4DB"/>
                      </a:solidFill>
                      <a:prstDash val="solid"/>
                    </a:lnB>
                    <a:solidFill>
                      <a:srgbClr val="EAF4FC"/>
                    </a:solidFill>
                  </a:tcPr>
                </a:tc>
              </a:tr>
              <a:tr h="523875">
                <a:tc>
                  <a:txBody>
                    <a:bodyPr lIns="95250" tIns="95250" rIns="95250" bIns="95250"/>
                    <a:lstStyle/>
                    <a:p>
                      <a:pPr algn="l"/>
                      <a:r>
                        <a:rPr sz="1650" b="0">
                          <a:solidFill>
                            <a:srgbClr val="233E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PoC 引用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A6C4DB"/>
                      </a:solidFill>
                      <a:prstDash val="solid"/>
                    </a:lnL>
                    <a:lnR w="9525">
                      <a:solidFill>
                        <a:srgbClr val="A6C4DB"/>
                      </a:solidFill>
                      <a:prstDash val="solid"/>
                    </a:lnR>
                    <a:lnB w="9525">
                      <a:solidFill>
                        <a:srgbClr val="A6C4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pPr algn="ctr"/>
                      <a:r>
                        <a:rPr sz="1650" b="0">
                          <a:solidFill>
                            <a:srgbClr val="233E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EVIDENCE 链接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A6C4DB"/>
                      </a:solidFill>
                      <a:prstDash val="solid"/>
                    </a:lnR>
                    <a:lnB w="9525">
                      <a:solidFill>
                        <a:srgbClr val="A6C4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pPr algn="ctr"/>
                      <a:r>
                        <a:rPr sz="1650" b="0">
                          <a:solidFill>
                            <a:srgbClr val="233E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external_references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A6C4DB"/>
                      </a:solidFill>
                      <a:prstDash val="solid"/>
                    </a:lnR>
                    <a:lnB w="9525">
                      <a:solidFill>
                        <a:srgbClr val="A6C4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pPr algn="ctr"/>
                      <a:r>
                        <a:rPr sz="1650" b="0">
                          <a:solidFill>
                            <a:srgbClr val="233E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references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A6C4DB"/>
                      </a:solidFill>
                      <a:prstDash val="solid"/>
                    </a:lnR>
                    <a:lnB w="9525">
                      <a:solidFill>
                        <a:srgbClr val="A6C4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4" name="按映射表保留语义；没有原生字段的内容使用扩展，不能宣称天然无损">
            <a:extLst xmlns:a="http://schemas.openxmlformats.org/drawingml/2006/main">
              <a:ext uri="{FF2B5EF4-FFF2-40B4-BE49-F238E27FC236}">
                <a16:creationId xmlns:a16="http://schemas.microsoft.com/office/drawing/2014/main" id="{DA2BC511-8E49-444B-9259-8333A0D80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7353300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350" b="0">
                <a:solidFill>
                  <a:srgbClr val="657D8E"/>
                </a:solidFill>
              </a:defRPr>
            </a:defPPr>
          </a:lstStyle>
          <a:p xmlns:a="http://schemas.openxmlformats.org/drawingml/2006/main">
            <a:pPr algn="ctr">
              <a:defRPr sz="1350" b="0">
                <a:solidFill>
                  <a:srgbClr val="657D8E"/>
                </a:solidFill>
              </a:defRPr>
            </a:pPr>
            <a:r>
              <a:rPr sz="1350" b="0">
                <a:solidFill>
                  <a:srgbClr val="657D8E"/>
                </a:solidFill>
                <a:latin typeface="Microsoft YaHei"/>
                <a:ea typeface="Microsoft YaHei"/>
                <a:cs typeface="Microsoft YaHei"/>
              </a:rPr>
              <a:t>按映射表保留语义；没有原生字段的内容使用扩展，不能宣称天然无损</a:t>
            </a:r>
          </a:p>
        </p:txBody>
      </p:sp>
    </p:spTree>
    <p:extLst>
      <p:ext uri="{BB962C8B-B14F-4D97-AF65-F5344CB8AC3E}">
        <p14:creationId xmlns:p14="http://schemas.microsoft.com/office/powerpoint/2010/main" val="891627172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F-22">
            <a:extLst xmlns:a="http://schemas.openxmlformats.org/drawingml/2006/main">
              <a:ext uri="{FF2B5EF4-FFF2-40B4-BE49-F238E27FC236}">
                <a16:creationId xmlns:a16="http://schemas.microsoft.com/office/drawing/2014/main" id="{247EACEA-4BB3-4B58-A0BF-B9E6B6BA4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9075"/>
            <a:ext cx="95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l">
              <a:defRPr sz="1650" b="1">
                <a:solidFill>
                  <a:srgbClr val="277DC3"/>
                </a:solidFill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277DC3"/>
                </a:solidFill>
              </a:defRPr>
            </a:pPr>
            <a:r>
              <a:rPr sz="1650" b="1">
                <a:solidFill>
                  <a:srgbClr val="277DC3"/>
                </a:solidFill>
                <a:latin typeface="Microsoft YaHei"/>
                <a:ea typeface="Microsoft YaHei"/>
                <a:cs typeface="Microsoft YaHei"/>
              </a:rPr>
              <a:t>F-22</a:t>
            </a:r>
          </a:p>
        </p:txBody>
      </p:sp>
      <p:sp>
        <p:nvSpPr>
          <p:cNvPr id="2" name="技术栈分层">
            <a:extLst xmlns:a="http://schemas.openxmlformats.org/drawingml/2006/main">
              <a:ext uri="{FF2B5EF4-FFF2-40B4-BE49-F238E27FC236}">
                <a16:creationId xmlns:a16="http://schemas.microsoft.com/office/drawing/2014/main" id="{1655ECAC-6A27-4DE4-93C3-D0E7E7C67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152400"/>
            <a:ext cx="9525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l">
              <a:defRPr sz="2400" b="1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233E54"/>
                </a:solidFill>
              </a:defRPr>
            </a:pPr>
            <a:r>
              <a:rPr sz="2400" b="1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技术栈分层</a:t>
            </a:r>
          </a:p>
        </p:txBody>
      </p:sp>
      <p:sp>
        <p:nvSpPr>
          <p:cNvPr id="3" name="boundary">
            <a:extLst xmlns:a="http://schemas.openxmlformats.org/drawingml/2006/main">
              <a:ext uri="{FF2B5EF4-FFF2-40B4-BE49-F238E27FC236}">
                <a16:creationId xmlns:a16="http://schemas.microsoft.com/office/drawing/2014/main" id="{D85D3A90-D4DE-4CDC-82AA-3A251FB2B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28675"/>
            <a:ext cx="10515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C4DB"/>
          </a:solidFill>
          <a:ln xmlns:a="http://schemas.openxmlformats.org/drawingml/2006/main" w="0">
            <a:noFill/>
            <a:prstDash val="solid"/>
          </a:ln>
        </p:spPr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D4B4FB5-5AB9-468F-9AB1-438DAD6B083B}"/>
              </a:ext>
            </a:extLst>
          </p:cNvPr>
          <p:cNvGraphicFramePr/>
          <p:nvPr/>
        </p:nvGraphicFramePr>
        <p:xfrm>
          <a:off xmlns:a="http://schemas.openxmlformats.org/drawingml/2006/main" x="476250" y="1219200"/>
          <a:ext xmlns:a="http://schemas.openxmlformats.org/drawingml/2006/main" cx="10477500" cy="58293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095500"/>
                <a:gridCol w="5048250"/>
                <a:gridCol w="3333750"/>
              </a:tblGrid>
              <a:tr h="485775">
                <a:tc>
                  <a:txBody>
                    <a:bodyPr lIns="95250" tIns="95250" rIns="95250" bIns="95250"/>
                    <a:lstStyle/>
                    <a:p>
                      <a:pPr algn="l"/>
                      <a:r>
                        <a:rPr sz="16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层次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A6C4DB"/>
                      </a:solidFill>
                      <a:prstDash val="solid"/>
                    </a:lnL>
                    <a:lnR w="9525">
                      <a:solidFill>
                        <a:srgbClr val="A6C4DB"/>
                      </a:solidFill>
                      <a:prstDash val="solid"/>
                    </a:lnR>
                    <a:lnT w="9525">
                      <a:solidFill>
                        <a:srgbClr val="A6C4DB"/>
                      </a:solidFill>
                      <a:prstDash val="solid"/>
                    </a:lnT>
                    <a:lnB w="9525">
                      <a:solidFill>
                        <a:srgbClr val="A6C4DB"/>
                      </a:solidFill>
                      <a:prstDash val="solid"/>
                    </a:lnB>
                    <a:solidFill>
                      <a:srgbClr val="277DC3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pPr algn="ctr"/>
                      <a:r>
                        <a:rPr sz="16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报告方案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A6C4DB"/>
                      </a:solidFill>
                      <a:prstDash val="solid"/>
                    </a:lnR>
                    <a:lnT w="9525">
                      <a:solidFill>
                        <a:srgbClr val="A6C4DB"/>
                      </a:solidFill>
                      <a:prstDash val="solid"/>
                    </a:lnT>
                    <a:lnB w="9525">
                      <a:solidFill>
                        <a:srgbClr val="A6C4DB"/>
                      </a:solidFill>
                      <a:prstDash val="solid"/>
                    </a:lnB>
                    <a:solidFill>
                      <a:srgbClr val="277DC3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pPr algn="ctr"/>
                      <a:r>
                        <a:rPr sz="16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备选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A6C4DB"/>
                      </a:solidFill>
                      <a:prstDash val="solid"/>
                    </a:lnR>
                    <a:lnT w="9525">
                      <a:solidFill>
                        <a:srgbClr val="A6C4DB"/>
                      </a:solidFill>
                      <a:prstDash val="solid"/>
                    </a:lnT>
                    <a:lnB w="9525">
                      <a:solidFill>
                        <a:srgbClr val="A6C4DB"/>
                      </a:solidFill>
                      <a:prstDash val="solid"/>
                    </a:lnB>
                    <a:solidFill>
                      <a:srgbClr val="277DC3"/>
                    </a:solidFill>
                  </a:tcPr>
                </a:tc>
              </a:tr>
              <a:tr h="485775">
                <a:tc>
                  <a:txBody>
                    <a:bodyPr lIns="95250" tIns="95250" rIns="95250" bIns="95250"/>
                    <a:lstStyle/>
                    <a:p>
                      <a:pPr algn="l"/>
                      <a:r>
                        <a:rPr sz="1650" b="0">
                          <a:solidFill>
                            <a:srgbClr val="233E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采集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A6C4DB"/>
                      </a:solidFill>
                      <a:prstDash val="solid"/>
                    </a:lnL>
                    <a:lnR w="9525">
                      <a:solidFill>
                        <a:srgbClr val="A6C4DB"/>
                      </a:solidFill>
                      <a:prstDash val="solid"/>
                    </a:lnR>
                    <a:lnB w="9525">
                      <a:solidFill>
                        <a:srgbClr val="A6C4DB"/>
                      </a:solidFill>
                      <a:prstDash val="solid"/>
                    </a:lnB>
                    <a:solidFill>
                      <a:srgbClr val="EAF4FC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pPr algn="ctr"/>
                      <a:r>
                        <a:rPr sz="1650" b="0">
                          <a:solidFill>
                            <a:srgbClr val="233E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Python / httpx（建议）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A6C4DB"/>
                      </a:solidFill>
                      <a:prstDash val="solid"/>
                    </a:lnR>
                    <a:lnB w="9525">
                      <a:solidFill>
                        <a:srgbClr val="A6C4DB"/>
                      </a:solidFill>
                      <a:prstDash val="solid"/>
                    </a:lnB>
                    <a:solidFill>
                      <a:srgbClr val="EAF4FC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pPr algn="ctr"/>
                      <a:r>
                        <a:rPr sz="1650" b="0">
                          <a:solidFill>
                            <a:srgbClr val="233E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requests / Scrapy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A6C4DB"/>
                      </a:solidFill>
                      <a:prstDash val="solid"/>
                    </a:lnR>
                    <a:lnB w="9525">
                      <a:solidFill>
                        <a:srgbClr val="A6C4DB"/>
                      </a:solidFill>
                      <a:prstDash val="solid"/>
                    </a:lnB>
                    <a:solidFill>
                      <a:srgbClr val="EAF4FC"/>
                    </a:solidFill>
                  </a:tcPr>
                </a:tc>
              </a:tr>
              <a:tr h="485775">
                <a:tc>
                  <a:txBody>
                    <a:bodyPr lIns="95250" tIns="95250" rIns="95250" bIns="95250"/>
                    <a:lstStyle/>
                    <a:p>
                      <a:pPr algn="l"/>
                      <a:r>
                        <a:rPr sz="1650" b="0">
                          <a:solidFill>
                            <a:srgbClr val="233E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消息调度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A6C4DB"/>
                      </a:solidFill>
                      <a:prstDash val="solid"/>
                    </a:lnL>
                    <a:lnR w="9525">
                      <a:solidFill>
                        <a:srgbClr val="A6C4DB"/>
                      </a:solidFill>
                      <a:prstDash val="solid"/>
                    </a:lnR>
                    <a:lnB w="9525">
                      <a:solidFill>
                        <a:srgbClr val="A6C4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pPr algn="ctr"/>
                      <a:r>
                        <a:rPr sz="1650" b="0">
                          <a:solidFill>
                            <a:srgbClr val="233E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Redis Streams / NATS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A6C4DB"/>
                      </a:solidFill>
                      <a:prstDash val="solid"/>
                    </a:lnR>
                    <a:lnB w="9525">
                      <a:solidFill>
                        <a:srgbClr val="A6C4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pPr algn="ctr"/>
                      <a:r>
                        <a:rPr sz="1650" b="0">
                          <a:solidFill>
                            <a:srgbClr val="233E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Kafka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A6C4DB"/>
                      </a:solidFill>
                      <a:prstDash val="solid"/>
                    </a:lnR>
                    <a:lnB w="9525">
                      <a:solidFill>
                        <a:srgbClr val="A6C4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85775">
                <a:tc>
                  <a:txBody>
                    <a:bodyPr lIns="95250" tIns="95250" rIns="95250" bIns="95250"/>
                    <a:lstStyle/>
                    <a:p>
                      <a:pPr algn="l"/>
                      <a:r>
                        <a:rPr sz="1650" b="0">
                          <a:solidFill>
                            <a:srgbClr val="233E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编排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A6C4DB"/>
                      </a:solidFill>
                      <a:prstDash val="solid"/>
                    </a:lnL>
                    <a:lnR w="9525">
                      <a:solidFill>
                        <a:srgbClr val="A6C4DB"/>
                      </a:solidFill>
                      <a:prstDash val="solid"/>
                    </a:lnR>
                    <a:lnB w="9525">
                      <a:solidFill>
                        <a:srgbClr val="A6C4DB"/>
                      </a:solidFill>
                      <a:prstDash val="solid"/>
                    </a:lnB>
                    <a:solidFill>
                      <a:srgbClr val="EAF4FC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pPr algn="ctr"/>
                      <a:r>
                        <a:rPr sz="1650" b="0">
                          <a:solidFill>
                            <a:srgbClr val="233E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LangGraph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A6C4DB"/>
                      </a:solidFill>
                      <a:prstDash val="solid"/>
                    </a:lnR>
                    <a:lnB w="9525">
                      <a:solidFill>
                        <a:srgbClr val="A6C4DB"/>
                      </a:solidFill>
                      <a:prstDash val="solid"/>
                    </a:lnB>
                    <a:solidFill>
                      <a:srgbClr val="EAF4FC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pPr algn="ctr"/>
                      <a:r>
                        <a:rPr sz="1650" b="0">
                          <a:solidFill>
                            <a:srgbClr val="233E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AutoGen / CrewAI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A6C4DB"/>
                      </a:solidFill>
                      <a:prstDash val="solid"/>
                    </a:lnR>
                    <a:lnB w="9525">
                      <a:solidFill>
                        <a:srgbClr val="A6C4DB"/>
                      </a:solidFill>
                      <a:prstDash val="solid"/>
                    </a:lnB>
                    <a:solidFill>
                      <a:srgbClr val="EAF4FC"/>
                    </a:solidFill>
                  </a:tcPr>
                </a:tc>
              </a:tr>
              <a:tr h="485775">
                <a:tc>
                  <a:txBody>
                    <a:bodyPr lIns="95250" tIns="95250" rIns="95250" bIns="95250"/>
                    <a:lstStyle/>
                    <a:p>
                      <a:pPr algn="l"/>
                      <a:r>
                        <a:rPr sz="1650" b="0">
                          <a:solidFill>
                            <a:srgbClr val="233E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模型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A6C4DB"/>
                      </a:solidFill>
                      <a:prstDash val="solid"/>
                    </a:lnL>
                    <a:lnR w="9525">
                      <a:solidFill>
                        <a:srgbClr val="A6C4DB"/>
                      </a:solidFill>
                      <a:prstDash val="solid"/>
                    </a:lnR>
                    <a:lnB w="9525">
                      <a:solidFill>
                        <a:srgbClr val="A6C4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pPr algn="ctr"/>
                      <a:r>
                        <a:rPr sz="1650" b="0">
                          <a:solidFill>
                            <a:srgbClr val="233E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Qwen / DeepSeek（建议）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A6C4DB"/>
                      </a:solidFill>
                      <a:prstDash val="solid"/>
                    </a:lnR>
                    <a:lnB w="9525">
                      <a:solidFill>
                        <a:srgbClr val="A6C4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pPr algn="ctr"/>
                      <a:r>
                        <a:rPr sz="1650" b="0">
                          <a:solidFill>
                            <a:srgbClr val="233E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私有化模型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A6C4DB"/>
                      </a:solidFill>
                      <a:prstDash val="solid"/>
                    </a:lnR>
                    <a:lnB w="9525">
                      <a:solidFill>
                        <a:srgbClr val="A6C4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85775">
                <a:tc>
                  <a:txBody>
                    <a:bodyPr lIns="95250" tIns="95250" rIns="95250" bIns="95250"/>
                    <a:lstStyle/>
                    <a:p>
                      <a:pPr algn="l"/>
                      <a:r>
                        <a:rPr sz="1650" b="0">
                          <a:solidFill>
                            <a:srgbClr val="233E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主存储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A6C4DB"/>
                      </a:solidFill>
                      <a:prstDash val="solid"/>
                    </a:lnL>
                    <a:lnR w="9525">
                      <a:solidFill>
                        <a:srgbClr val="A6C4DB"/>
                      </a:solidFill>
                      <a:prstDash val="solid"/>
                    </a:lnR>
                    <a:lnB w="9525">
                      <a:solidFill>
                        <a:srgbClr val="A6C4DB"/>
                      </a:solidFill>
                      <a:prstDash val="solid"/>
                    </a:lnB>
                    <a:solidFill>
                      <a:srgbClr val="EAF4FC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pPr algn="ctr"/>
                      <a:r>
                        <a:rPr sz="1650" b="0">
                          <a:solidFill>
                            <a:srgbClr val="233E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PostgreSQL + pgvector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A6C4DB"/>
                      </a:solidFill>
                      <a:prstDash val="solid"/>
                    </a:lnR>
                    <a:lnB w="9525">
                      <a:solidFill>
                        <a:srgbClr val="A6C4DB"/>
                      </a:solidFill>
                      <a:prstDash val="solid"/>
                    </a:lnB>
                    <a:solidFill>
                      <a:srgbClr val="EAF4FC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pPr algn="ctr"/>
                      <a:r>
                        <a:rPr sz="1650" b="0">
                          <a:solidFill>
                            <a:srgbClr val="233E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Milvus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A6C4DB"/>
                      </a:solidFill>
                      <a:prstDash val="solid"/>
                    </a:lnR>
                    <a:lnB w="9525">
                      <a:solidFill>
                        <a:srgbClr val="A6C4DB"/>
                      </a:solidFill>
                      <a:prstDash val="solid"/>
                    </a:lnB>
                    <a:solidFill>
                      <a:srgbClr val="EAF4FC"/>
                    </a:solidFill>
                  </a:tcPr>
                </a:tc>
              </a:tr>
              <a:tr h="485775">
                <a:tc>
                  <a:txBody>
                    <a:bodyPr lIns="95250" tIns="95250" rIns="95250" bIns="95250"/>
                    <a:lstStyle/>
                    <a:p>
                      <a:pPr algn="l"/>
                      <a:r>
                        <a:rPr sz="1650" b="0">
                          <a:solidFill>
                            <a:srgbClr val="233E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图谱与检索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A6C4DB"/>
                      </a:solidFill>
                      <a:prstDash val="solid"/>
                    </a:lnL>
                    <a:lnR w="9525">
                      <a:solidFill>
                        <a:srgbClr val="A6C4DB"/>
                      </a:solidFill>
                      <a:prstDash val="solid"/>
                    </a:lnR>
                    <a:lnB w="9525">
                      <a:solidFill>
                        <a:srgbClr val="A6C4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pPr algn="ctr"/>
                      <a:r>
                        <a:rPr sz="1650" b="0">
                          <a:solidFill>
                            <a:srgbClr val="233E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Neo4j / OpenSearch + IK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A6C4DB"/>
                      </a:solidFill>
                      <a:prstDash val="solid"/>
                    </a:lnR>
                    <a:lnB w="9525">
                      <a:solidFill>
                        <a:srgbClr val="A6C4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pPr algn="ctr"/>
                      <a:r>
                        <a:rPr sz="1650" b="0">
                          <a:solidFill>
                            <a:srgbClr val="233E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AGE / Meilisearch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A6C4DB"/>
                      </a:solidFill>
                      <a:prstDash val="solid"/>
                    </a:lnR>
                    <a:lnB w="9525">
                      <a:solidFill>
                        <a:srgbClr val="A6C4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85775">
                <a:tc>
                  <a:txBody>
                    <a:bodyPr lIns="95250" tIns="95250" rIns="95250" bIns="95250"/>
                    <a:lstStyle/>
                    <a:p>
                      <a:pPr algn="l"/>
                      <a:r>
                        <a:rPr sz="1650" b="0">
                          <a:solidFill>
                            <a:srgbClr val="233E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嵌入与重排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A6C4DB"/>
                      </a:solidFill>
                      <a:prstDash val="solid"/>
                    </a:lnL>
                    <a:lnR w="9525">
                      <a:solidFill>
                        <a:srgbClr val="A6C4DB"/>
                      </a:solidFill>
                      <a:prstDash val="solid"/>
                    </a:lnR>
                    <a:lnB w="9525">
                      <a:solidFill>
                        <a:srgbClr val="A6C4DB"/>
                      </a:solidFill>
                      <a:prstDash val="solid"/>
                    </a:lnB>
                    <a:solidFill>
                      <a:srgbClr val="EAF4FC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pPr algn="ctr"/>
                      <a:r>
                        <a:rPr sz="1650" b="0">
                          <a:solidFill>
                            <a:srgbClr val="233E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bge-m3 / bge-reranker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A6C4DB"/>
                      </a:solidFill>
                      <a:prstDash val="solid"/>
                    </a:lnR>
                    <a:lnB w="9525">
                      <a:solidFill>
                        <a:srgbClr val="A6C4DB"/>
                      </a:solidFill>
                      <a:prstDash val="solid"/>
                    </a:lnB>
                    <a:solidFill>
                      <a:srgbClr val="EAF4FC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pPr algn="ctr"/>
                      <a:r>
                        <a:rPr sz="1650" b="0">
                          <a:solidFill>
                            <a:srgbClr val="233E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商用嵌入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A6C4DB"/>
                      </a:solidFill>
                      <a:prstDash val="solid"/>
                    </a:lnR>
                    <a:lnB w="9525">
                      <a:solidFill>
                        <a:srgbClr val="A6C4DB"/>
                      </a:solidFill>
                      <a:prstDash val="solid"/>
                    </a:lnB>
                    <a:solidFill>
                      <a:srgbClr val="EAF4FC"/>
                    </a:solidFill>
                  </a:tcPr>
                </a:tc>
              </a:tr>
              <a:tr h="485775">
                <a:tc>
                  <a:txBody>
                    <a:bodyPr lIns="95250" tIns="95250" rIns="95250" bIns="95250"/>
                    <a:lstStyle/>
                    <a:p>
                      <a:pPr algn="l"/>
                      <a:r>
                        <a:rPr sz="1650" b="0">
                          <a:solidFill>
                            <a:srgbClr val="233E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后端与 MCP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A6C4DB"/>
                      </a:solidFill>
                      <a:prstDash val="solid"/>
                    </a:lnL>
                    <a:lnR w="9525">
                      <a:solidFill>
                        <a:srgbClr val="A6C4DB"/>
                      </a:solidFill>
                      <a:prstDash val="solid"/>
                    </a:lnR>
                    <a:lnB w="9525">
                      <a:solidFill>
                        <a:srgbClr val="A6C4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pPr algn="ctr"/>
                      <a:r>
                        <a:rPr sz="1650" b="0">
                          <a:solidFill>
                            <a:srgbClr val="233E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FastAPI / 官方 Python SDK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A6C4DB"/>
                      </a:solidFill>
                      <a:prstDash val="solid"/>
                    </a:lnR>
                    <a:lnB w="9525">
                      <a:solidFill>
                        <a:srgbClr val="A6C4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pPr algn="ctr"/>
                      <a:r>
                        <a:rPr sz="1650" b="0">
                          <a:solidFill>
                            <a:srgbClr val="233E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Litestar / FastMCP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A6C4DB"/>
                      </a:solidFill>
                      <a:prstDash val="solid"/>
                    </a:lnR>
                    <a:lnB w="9525">
                      <a:solidFill>
                        <a:srgbClr val="A6C4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85775">
                <a:tc>
                  <a:txBody>
                    <a:bodyPr lIns="95250" tIns="95250" rIns="95250" bIns="95250"/>
                    <a:lstStyle/>
                    <a:p>
                      <a:pPr algn="l"/>
                      <a:r>
                        <a:rPr sz="1650" b="0">
                          <a:solidFill>
                            <a:srgbClr val="233E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前端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A6C4DB"/>
                      </a:solidFill>
                      <a:prstDash val="solid"/>
                    </a:lnL>
                    <a:lnR w="9525">
                      <a:solidFill>
                        <a:srgbClr val="A6C4DB"/>
                      </a:solidFill>
                      <a:prstDash val="solid"/>
                    </a:lnR>
                    <a:lnB w="9525">
                      <a:solidFill>
                        <a:srgbClr val="A6C4DB"/>
                      </a:solidFill>
                      <a:prstDash val="solid"/>
                    </a:lnB>
                    <a:solidFill>
                      <a:srgbClr val="EAF4FC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pPr algn="ctr"/>
                      <a:r>
                        <a:rPr sz="1650" b="0">
                          <a:solidFill>
                            <a:srgbClr val="233E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React / ECharts / Cytoscape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A6C4DB"/>
                      </a:solidFill>
                      <a:prstDash val="solid"/>
                    </a:lnR>
                    <a:lnB w="9525">
                      <a:solidFill>
                        <a:srgbClr val="A6C4DB"/>
                      </a:solidFill>
                      <a:prstDash val="solid"/>
                    </a:lnB>
                    <a:solidFill>
                      <a:srgbClr val="EAF4FC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pPr algn="ctr"/>
                      <a:r>
                        <a:rPr sz="1650" b="0">
                          <a:solidFill>
                            <a:srgbClr val="233E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Vue / AntV G6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A6C4DB"/>
                      </a:solidFill>
                      <a:prstDash val="solid"/>
                    </a:lnR>
                    <a:lnB w="9525">
                      <a:solidFill>
                        <a:srgbClr val="A6C4DB"/>
                      </a:solidFill>
                      <a:prstDash val="solid"/>
                    </a:lnB>
                    <a:solidFill>
                      <a:srgbClr val="EAF4FC"/>
                    </a:solidFill>
                  </a:tcPr>
                </a:tc>
              </a:tr>
              <a:tr h="485775">
                <a:tc>
                  <a:txBody>
                    <a:bodyPr lIns="95250" tIns="95250" rIns="95250" bIns="95250"/>
                    <a:lstStyle/>
                    <a:p>
                      <a:pPr algn="l"/>
                      <a:r>
                        <a:rPr sz="1650" b="0">
                          <a:solidFill>
                            <a:srgbClr val="233E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可观测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A6C4DB"/>
                      </a:solidFill>
                      <a:prstDash val="solid"/>
                    </a:lnL>
                    <a:lnR w="9525">
                      <a:solidFill>
                        <a:srgbClr val="A6C4DB"/>
                      </a:solidFill>
                      <a:prstDash val="solid"/>
                    </a:lnR>
                    <a:lnB w="9525">
                      <a:solidFill>
                        <a:srgbClr val="A6C4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pPr algn="ctr"/>
                      <a:r>
                        <a:rPr sz="1650" b="0">
                          <a:solidFill>
                            <a:srgbClr val="233E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Langfuse / Prometheus / Grafana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A6C4DB"/>
                      </a:solidFill>
                      <a:prstDash val="solid"/>
                    </a:lnR>
                    <a:lnB w="9525">
                      <a:solidFill>
                        <a:srgbClr val="A6C4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pPr algn="ctr"/>
                      <a:r>
                        <a:rPr sz="1650" b="0">
                          <a:solidFill>
                            <a:srgbClr val="233E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OpenTelemetry 后端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A6C4DB"/>
                      </a:solidFill>
                      <a:prstDash val="solid"/>
                    </a:lnR>
                    <a:lnB w="9525">
                      <a:solidFill>
                        <a:srgbClr val="A6C4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85775">
                <a:tc>
                  <a:txBody>
                    <a:bodyPr lIns="95250" tIns="95250" rIns="95250" bIns="95250"/>
                    <a:lstStyle/>
                    <a:p>
                      <a:pPr algn="l"/>
                      <a:r>
                        <a:rPr sz="1650" b="0">
                          <a:solidFill>
                            <a:srgbClr val="233E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部署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A6C4DB"/>
                      </a:solidFill>
                      <a:prstDash val="solid"/>
                    </a:lnL>
                    <a:lnR w="9525">
                      <a:solidFill>
                        <a:srgbClr val="A6C4DB"/>
                      </a:solidFill>
                      <a:prstDash val="solid"/>
                    </a:lnR>
                    <a:lnB w="9525">
                      <a:solidFill>
                        <a:srgbClr val="A6C4DB"/>
                      </a:solidFill>
                      <a:prstDash val="solid"/>
                    </a:lnB>
                    <a:solidFill>
                      <a:srgbClr val="EAF4FC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pPr algn="ctr"/>
                      <a:r>
                        <a:rPr sz="1650" b="0">
                          <a:solidFill>
                            <a:srgbClr val="233E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docker compose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A6C4DB"/>
                      </a:solidFill>
                      <a:prstDash val="solid"/>
                    </a:lnR>
                    <a:lnB w="9525">
                      <a:solidFill>
                        <a:srgbClr val="A6C4DB"/>
                      </a:solidFill>
                      <a:prstDash val="solid"/>
                    </a:lnB>
                    <a:solidFill>
                      <a:srgbClr val="EAF4FC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pPr algn="ctr"/>
                      <a:r>
                        <a:rPr sz="1650" b="0">
                          <a:solidFill>
                            <a:srgbClr val="233E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Kubernetes / Helm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A6C4DB"/>
                      </a:solidFill>
                      <a:prstDash val="solid"/>
                    </a:lnR>
                    <a:lnB w="9525">
                      <a:solidFill>
                        <a:srgbClr val="A6C4DB"/>
                      </a:solidFill>
                      <a:prstDash val="solid"/>
                    </a:lnB>
                    <a:solidFill>
                      <a:srgbClr val="EAF4FC"/>
                    </a:solidFill>
                  </a:tcPr>
                </a:tc>
              </a:tr>
            </a:tbl>
          </a:graphicData>
        </a:graphic>
      </p:graphicFrame>
      <p:sp>
        <p:nvSpPr>
          <p:cNvPr id="5" name="右列为备选；建议项与规划项不等于已经部署">
            <a:extLst xmlns:a="http://schemas.openxmlformats.org/drawingml/2006/main">
              <a:ext uri="{FF2B5EF4-FFF2-40B4-BE49-F238E27FC236}">
                <a16:creationId xmlns:a16="http://schemas.microsoft.com/office/drawing/2014/main" id="{8883D048-55C3-4FC8-B224-28F5CB358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7353300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350" b="0">
                <a:solidFill>
                  <a:srgbClr val="657D8E"/>
                </a:solidFill>
              </a:defRPr>
            </a:defPPr>
          </a:lstStyle>
          <a:p xmlns:a="http://schemas.openxmlformats.org/drawingml/2006/main">
            <a:pPr algn="ctr">
              <a:defRPr sz="1350" b="0">
                <a:solidFill>
                  <a:srgbClr val="657D8E"/>
                </a:solidFill>
              </a:defRPr>
            </a:pPr>
            <a:r>
              <a:rPr sz="1350" b="0">
                <a:solidFill>
                  <a:srgbClr val="657D8E"/>
                </a:solidFill>
                <a:latin typeface="Microsoft YaHei"/>
                <a:ea typeface="Microsoft YaHei"/>
                <a:cs typeface="Microsoft YaHei"/>
              </a:rPr>
              <a:t>右列为备选；建议项与规划项不等于已经部署</a:t>
            </a:r>
          </a:p>
        </p:txBody>
      </p:sp>
    </p:spTree>
    <p:extLst>
      <p:ext uri="{BB962C8B-B14F-4D97-AF65-F5344CB8AC3E}">
        <p14:creationId xmlns:p14="http://schemas.microsoft.com/office/powerpoint/2010/main" val="713768109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F-23">
            <a:extLst xmlns:a="http://schemas.openxmlformats.org/drawingml/2006/main">
              <a:ext uri="{FF2B5EF4-FFF2-40B4-BE49-F238E27FC236}">
                <a16:creationId xmlns:a16="http://schemas.microsoft.com/office/drawing/2014/main" id="{90586F4C-2262-40DF-9922-D10A9718B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9075"/>
            <a:ext cx="95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l">
              <a:defRPr sz="1650" b="1">
                <a:solidFill>
                  <a:srgbClr val="277DC3"/>
                </a:solidFill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277DC3"/>
                </a:solidFill>
              </a:defRPr>
            </a:pPr>
            <a:r>
              <a:rPr sz="1650" b="1">
                <a:solidFill>
                  <a:srgbClr val="277DC3"/>
                </a:solidFill>
                <a:latin typeface="Microsoft YaHei"/>
                <a:ea typeface="Microsoft YaHei"/>
                <a:cs typeface="Microsoft YaHei"/>
              </a:rPr>
              <a:t>F-23</a:t>
            </a:r>
          </a:p>
        </p:txBody>
      </p:sp>
      <p:sp>
        <p:nvSpPr>
          <p:cNvPr id="2" name="docker compose 单机部署结构">
            <a:extLst xmlns:a="http://schemas.openxmlformats.org/drawingml/2006/main">
              <a:ext uri="{FF2B5EF4-FFF2-40B4-BE49-F238E27FC236}">
                <a16:creationId xmlns:a16="http://schemas.microsoft.com/office/drawing/2014/main" id="{5A8CC173-C0DC-4506-955F-744241D9E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152400"/>
            <a:ext cx="9525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l">
              <a:defRPr sz="2400" b="1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233E54"/>
                </a:solidFill>
              </a:defRPr>
            </a:pPr>
            <a:r>
              <a:rPr sz="2400" b="1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docker compose 单机部署结构</a:t>
            </a:r>
          </a:p>
        </p:txBody>
      </p:sp>
      <p:sp>
        <p:nvSpPr>
          <p:cNvPr id="3" name="boundary">
            <a:extLst xmlns:a="http://schemas.openxmlformats.org/drawingml/2006/main">
              <a:ext uri="{FF2B5EF4-FFF2-40B4-BE49-F238E27FC236}">
                <a16:creationId xmlns:a16="http://schemas.microsoft.com/office/drawing/2014/main" id="{9B315D13-B2A2-40F1-B700-FB8BF71FE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28675"/>
            <a:ext cx="10515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C4D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layer surface">
            <a:extLst xmlns:a="http://schemas.openxmlformats.org/drawingml/2006/main">
              <a:ext uri="{FF2B5EF4-FFF2-40B4-BE49-F238E27FC236}">
                <a16:creationId xmlns:a16="http://schemas.microsoft.com/office/drawing/2014/main" id="{D5275E55-4399-4630-93C5-4E8121C69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362075"/>
            <a:ext cx="10477500" cy="200025"/>
          </a:xfrm>
          <a:custGeom xmlns:a="http://schemas.openxmlformats.org/drawingml/2006/main">
            <a:pathLst>
              <a:path w="10477500" h="200025">
                <a:moveTo>
                  <a:pt x="0" y="0"/>
                </a:moveTo>
                <a:lnTo>
                  <a:pt x="10239375" y="0"/>
                </a:lnTo>
                <a:lnTo>
                  <a:pt x="10477500" y="200025"/>
                </a:lnTo>
                <a:lnTo>
                  <a:pt x="238125" y="200025"/>
                </a:lnTo>
                <a:close/>
              </a:path>
            </a:pathLst>
          </a:custGeom>
          <a:solidFill xmlns:a="http://schemas.openxmlformats.org/drawingml/2006/main">
            <a:srgbClr val="EAF4FC"/>
          </a:solidFill>
          <a:ln xmlns:a="http://schemas.openxmlformats.org/drawingml/2006/main" w="9525">
            <a:solidFill>
              <a:srgbClr val="A6C4DB"/>
            </a:solidFill>
          </a:ln>
        </p:spPr>
      </p:sp>
      <p:sp>
        <p:nvSpPr>
          <p:cNvPr id="5" name="boundary">
            <a:extLst xmlns:a="http://schemas.openxmlformats.org/drawingml/2006/main">
              <a:ext uri="{FF2B5EF4-FFF2-40B4-BE49-F238E27FC236}">
                <a16:creationId xmlns:a16="http://schemas.microsoft.com/office/drawing/2014/main" id="{BD61DFA2-FA2F-43D0-983D-519F52F2E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562100"/>
            <a:ext cx="10239375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C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</p:sp>
      <p:sp>
        <p:nvSpPr>
          <p:cNvPr id="6" name="layer surface">
            <a:extLst xmlns:a="http://schemas.openxmlformats.org/drawingml/2006/main">
              <a:ext uri="{FF2B5EF4-FFF2-40B4-BE49-F238E27FC236}">
                <a16:creationId xmlns:a16="http://schemas.microsoft.com/office/drawing/2014/main" id="{4E9A8123-E4D1-4612-809E-5C5EE26D3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362075"/>
            <a:ext cx="238125" cy="1533525"/>
          </a:xfrm>
          <a:custGeom xmlns:a="http://schemas.openxmlformats.org/drawingml/2006/main">
            <a:pathLst>
              <a:path w="238125" h="1533525">
                <a:moveTo>
                  <a:pt x="0" y="0"/>
                </a:moveTo>
                <a:lnTo>
                  <a:pt x="238125" y="200025"/>
                </a:lnTo>
                <a:lnTo>
                  <a:pt x="238125" y="1533525"/>
                </a:lnTo>
                <a:lnTo>
                  <a:pt x="0" y="1333500"/>
                </a:lnTo>
                <a:close/>
              </a:path>
            </a:pathLst>
          </a:custGeom>
          <a:solidFill xmlns:a="http://schemas.openxmlformats.org/drawingml/2006/main">
            <a:srgbClr val="92C5EC"/>
          </a:solidFill>
          <a:ln xmlns:a="http://schemas.openxmlformats.org/drawingml/2006/main" w="9525">
            <a:solidFill>
              <a:srgbClr val="A6C4DB"/>
            </a:solidFill>
          </a:ln>
        </p:spPr>
      </p:sp>
      <p:sp>
        <p:nvSpPr>
          <p:cNvPr id="7" name="应用容器">
            <a:extLst xmlns:a="http://schemas.openxmlformats.org/drawingml/2006/main">
              <a:ext uri="{FF2B5EF4-FFF2-40B4-BE49-F238E27FC236}">
                <a16:creationId xmlns:a16="http://schemas.microsoft.com/office/drawing/2014/main" id="{A91C20C4-3841-4401-AA21-9E4799302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85925"/>
            <a:ext cx="1714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2025" b="1">
                <a:solidFill>
                  <a:srgbClr val="277DC3"/>
                </a:solidFill>
              </a:defRPr>
            </a:defPPr>
          </a:lstStyle>
          <a:p xmlns:a="http://schemas.openxmlformats.org/drawingml/2006/main">
            <a:pPr algn="ctr">
              <a:defRPr sz="2025" b="1">
                <a:solidFill>
                  <a:srgbClr val="277DC3"/>
                </a:solidFill>
              </a:defRPr>
            </a:pPr>
            <a:r>
              <a:rPr sz="2025" b="1">
                <a:solidFill>
                  <a:srgbClr val="277DC3"/>
                </a:solidFill>
                <a:latin typeface="Microsoft YaHei"/>
                <a:ea typeface="Microsoft YaHei"/>
                <a:cs typeface="Microsoft YaHei"/>
              </a:rPr>
              <a:t>应用容器</a:t>
            </a:r>
          </a:p>
        </p:txBody>
      </p:sp>
      <p:sp>
        <p:nvSpPr>
          <p:cNvPr id="8" name="api /api/v1">
            <a:extLst xmlns:a="http://schemas.openxmlformats.org/drawingml/2006/main">
              <a:ext uri="{FF2B5EF4-FFF2-40B4-BE49-F238E27FC236}">
                <a16:creationId xmlns:a16="http://schemas.microsoft.com/office/drawing/2014/main" id="{53949270-82D4-4E05-A426-79D257F9B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1771650"/>
            <a:ext cx="1476375" cy="866775"/>
          </a:xfrm>
          <a:prstGeom xmlns:a="http://schemas.openxmlformats.org/drawingml/2006/main" prst="roundRect">
            <a:avLst>
              <a:gd name="adj" fmla="val 1318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650" b="1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ctr">
              <a:defRPr sz="1650" b="1">
                <a:solidFill>
                  <a:srgbClr val="233E54"/>
                </a:solidFill>
              </a:defRPr>
            </a:pPr>
            <a:r>
              <a:rPr sz="1650" b="1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api</a:t>
            </a:r>
          </a:p>
          <a:p xmlns:a="http://schemas.openxmlformats.org/drawingml/2006/main">
            <a:pPr algn="ctr">
              <a:defRPr sz="1650" b="1">
                <a:solidFill>
                  <a:srgbClr val="233E54"/>
                </a:solidFill>
              </a:defRPr>
            </a:pPr>
            <a:r>
              <a:rPr sz="1650" b="1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/api/v1</a:t>
            </a:r>
          </a:p>
        </p:txBody>
      </p:sp>
      <p:sp>
        <p:nvSpPr>
          <p:cNvPr id="9" name="mcp /mcp">
            <a:extLst xmlns:a="http://schemas.openxmlformats.org/drawingml/2006/main">
              <a:ext uri="{FF2B5EF4-FFF2-40B4-BE49-F238E27FC236}">
                <a16:creationId xmlns:a16="http://schemas.microsoft.com/office/drawing/2014/main" id="{3A0894BE-4DC4-4A2F-9AD3-63B5D425D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1771650"/>
            <a:ext cx="1476375" cy="866775"/>
          </a:xfrm>
          <a:prstGeom xmlns:a="http://schemas.openxmlformats.org/drawingml/2006/main" prst="roundRect">
            <a:avLst>
              <a:gd name="adj" fmla="val 1318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650" b="1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ctr">
              <a:defRPr sz="1650" b="1">
                <a:solidFill>
                  <a:srgbClr val="233E54"/>
                </a:solidFill>
              </a:defRPr>
            </a:pPr>
            <a:r>
              <a:rPr sz="1650" b="1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mcp</a:t>
            </a:r>
          </a:p>
          <a:p xmlns:a="http://schemas.openxmlformats.org/drawingml/2006/main">
            <a:pPr algn="ctr">
              <a:defRPr sz="1650" b="1">
                <a:solidFill>
                  <a:srgbClr val="233E54"/>
                </a:solidFill>
              </a:defRPr>
            </a:pPr>
            <a:r>
              <a:rPr sz="1650" b="1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/mcp</a:t>
            </a:r>
          </a:p>
        </p:txBody>
      </p:sp>
      <p:sp>
        <p:nvSpPr>
          <p:cNvPr id="10" name="workers 9 个角色">
            <a:extLst xmlns:a="http://schemas.openxmlformats.org/drawingml/2006/main">
              <a:ext uri="{FF2B5EF4-FFF2-40B4-BE49-F238E27FC236}">
                <a16:creationId xmlns:a16="http://schemas.microsoft.com/office/drawing/2014/main" id="{489FAEB5-02E4-4B1A-A20E-543B8B651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1771650"/>
            <a:ext cx="1476375" cy="866775"/>
          </a:xfrm>
          <a:prstGeom xmlns:a="http://schemas.openxmlformats.org/drawingml/2006/main" prst="roundRect">
            <a:avLst>
              <a:gd name="adj" fmla="val 1318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650" b="1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ctr">
              <a:defRPr sz="1650" b="1">
                <a:solidFill>
                  <a:srgbClr val="233E54"/>
                </a:solidFill>
              </a:defRPr>
            </a:pPr>
            <a:r>
              <a:rPr sz="1650" b="1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workers</a:t>
            </a:r>
          </a:p>
          <a:p xmlns:a="http://schemas.openxmlformats.org/drawingml/2006/main">
            <a:pPr algn="ctr">
              <a:defRPr sz="1650" b="1">
                <a:solidFill>
                  <a:srgbClr val="233E54"/>
                </a:solidFill>
              </a:defRPr>
            </a:pPr>
            <a:r>
              <a:rPr sz="1650" b="1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9 个角色</a:t>
            </a:r>
          </a:p>
        </p:txBody>
      </p:sp>
      <p:sp>
        <p:nvSpPr>
          <p:cNvPr id="11" name="scheduler">
            <a:extLst xmlns:a="http://schemas.openxmlformats.org/drawingml/2006/main">
              <a:ext uri="{FF2B5EF4-FFF2-40B4-BE49-F238E27FC236}">
                <a16:creationId xmlns:a16="http://schemas.microsoft.com/office/drawing/2014/main" id="{79CD53B8-4D80-4621-B222-D8A2A3B09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1771650"/>
            <a:ext cx="1476375" cy="866775"/>
          </a:xfrm>
          <a:prstGeom xmlns:a="http://schemas.openxmlformats.org/drawingml/2006/main" prst="roundRect">
            <a:avLst>
              <a:gd name="adj" fmla="val 1318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650" b="1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ctr">
              <a:defRPr sz="1650" b="1">
                <a:solidFill>
                  <a:srgbClr val="233E54"/>
                </a:solidFill>
              </a:defRPr>
            </a:pPr>
            <a:r>
              <a:rPr sz="1650" b="1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scheduler</a:t>
            </a:r>
          </a:p>
        </p:txBody>
      </p:sp>
      <p:sp>
        <p:nvSpPr>
          <p:cNvPr id="12" name="web">
            <a:extLst xmlns:a="http://schemas.openxmlformats.org/drawingml/2006/main">
              <a:ext uri="{FF2B5EF4-FFF2-40B4-BE49-F238E27FC236}">
                <a16:creationId xmlns:a16="http://schemas.microsoft.com/office/drawing/2014/main" id="{A44FDFF2-7719-4644-9F5F-25C21427A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1771650"/>
            <a:ext cx="1476375" cy="866775"/>
          </a:xfrm>
          <a:prstGeom xmlns:a="http://schemas.openxmlformats.org/drawingml/2006/main" prst="roundRect">
            <a:avLst>
              <a:gd name="adj" fmla="val 1318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650" b="1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ctr">
              <a:defRPr sz="1650" b="1">
                <a:solidFill>
                  <a:srgbClr val="233E54"/>
                </a:solidFill>
              </a:defRPr>
            </a:pPr>
            <a:r>
              <a:rPr sz="1650" b="1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web</a:t>
            </a:r>
          </a:p>
        </p:txBody>
      </p:sp>
      <p:sp>
        <p:nvSpPr>
          <p:cNvPr id="13" name="layer surface">
            <a:extLst xmlns:a="http://schemas.openxmlformats.org/drawingml/2006/main">
              <a:ext uri="{FF2B5EF4-FFF2-40B4-BE49-F238E27FC236}">
                <a16:creationId xmlns:a16="http://schemas.microsoft.com/office/drawing/2014/main" id="{029B92D4-2D51-43DF-87B9-E657B1998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419475"/>
            <a:ext cx="10477500" cy="200025"/>
          </a:xfrm>
          <a:custGeom xmlns:a="http://schemas.openxmlformats.org/drawingml/2006/main">
            <a:pathLst>
              <a:path w="10477500" h="200025">
                <a:moveTo>
                  <a:pt x="0" y="0"/>
                </a:moveTo>
                <a:lnTo>
                  <a:pt x="10239375" y="0"/>
                </a:lnTo>
                <a:lnTo>
                  <a:pt x="10477500" y="200025"/>
                </a:lnTo>
                <a:lnTo>
                  <a:pt x="238125" y="200025"/>
                </a:lnTo>
                <a:close/>
              </a:path>
            </a:pathLst>
          </a:custGeom>
          <a:solidFill xmlns:a="http://schemas.openxmlformats.org/drawingml/2006/main">
            <a:srgbClr val="E2EEF7"/>
          </a:solidFill>
          <a:ln xmlns:a="http://schemas.openxmlformats.org/drawingml/2006/main" w="9525">
            <a:solidFill>
              <a:srgbClr val="A6C4DB"/>
            </a:solidFill>
          </a:ln>
        </p:spPr>
      </p:sp>
      <p:sp>
        <p:nvSpPr>
          <p:cNvPr id="14" name="boundary">
            <a:extLst xmlns:a="http://schemas.openxmlformats.org/drawingml/2006/main">
              <a:ext uri="{FF2B5EF4-FFF2-40B4-BE49-F238E27FC236}">
                <a16:creationId xmlns:a16="http://schemas.microsoft.com/office/drawing/2014/main" id="{504A2C6A-FA64-4F84-B2EE-C5B03C239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619500"/>
            <a:ext cx="10239375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EF7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</p:sp>
      <p:sp>
        <p:nvSpPr>
          <p:cNvPr id="15" name="layer surface">
            <a:extLst xmlns:a="http://schemas.openxmlformats.org/drawingml/2006/main">
              <a:ext uri="{FF2B5EF4-FFF2-40B4-BE49-F238E27FC236}">
                <a16:creationId xmlns:a16="http://schemas.microsoft.com/office/drawing/2014/main" id="{18DD604B-4093-4C12-947B-DA0CC5C81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419475"/>
            <a:ext cx="238125" cy="1533525"/>
          </a:xfrm>
          <a:custGeom xmlns:a="http://schemas.openxmlformats.org/drawingml/2006/main">
            <a:pathLst>
              <a:path w="238125" h="1533525">
                <a:moveTo>
                  <a:pt x="0" y="0"/>
                </a:moveTo>
                <a:lnTo>
                  <a:pt x="238125" y="200025"/>
                </a:lnTo>
                <a:lnTo>
                  <a:pt x="238125" y="1533525"/>
                </a:lnTo>
                <a:lnTo>
                  <a:pt x="0" y="1333500"/>
                </a:lnTo>
                <a:close/>
              </a:path>
            </a:pathLst>
          </a:custGeom>
          <a:solidFill xmlns:a="http://schemas.openxmlformats.org/drawingml/2006/main">
            <a:srgbClr val="92C5EC"/>
          </a:solidFill>
          <a:ln xmlns:a="http://schemas.openxmlformats.org/drawingml/2006/main" w="9525">
            <a:solidFill>
              <a:srgbClr val="A6C4DB"/>
            </a:solidFill>
          </a:ln>
        </p:spPr>
      </p:sp>
      <p:sp>
        <p:nvSpPr>
          <p:cNvPr id="16" name="数据容器">
            <a:extLst xmlns:a="http://schemas.openxmlformats.org/drawingml/2006/main">
              <a:ext uri="{FF2B5EF4-FFF2-40B4-BE49-F238E27FC236}">
                <a16:creationId xmlns:a16="http://schemas.microsoft.com/office/drawing/2014/main" id="{435DF1F5-A32E-4EB8-AD6E-CCDF5E51B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743325"/>
            <a:ext cx="1714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2025" b="1">
                <a:solidFill>
                  <a:srgbClr val="245D8F"/>
                </a:solidFill>
              </a:defRPr>
            </a:defPPr>
          </a:lstStyle>
          <a:p xmlns:a="http://schemas.openxmlformats.org/drawingml/2006/main">
            <a:pPr algn="ctr">
              <a:defRPr sz="2025" b="1">
                <a:solidFill>
                  <a:srgbClr val="245D8F"/>
                </a:solidFill>
              </a:defRPr>
            </a:pPr>
            <a:r>
              <a:rPr sz="2025" b="1">
                <a:solidFill>
                  <a:srgbClr val="245D8F"/>
                </a:solidFill>
                <a:latin typeface="Microsoft YaHei"/>
                <a:ea typeface="Microsoft YaHei"/>
                <a:cs typeface="Microsoft YaHei"/>
              </a:rPr>
              <a:t>数据容器</a:t>
            </a:r>
          </a:p>
        </p:txBody>
      </p:sp>
      <p:sp>
        <p:nvSpPr>
          <p:cNvPr id="17" name="postgres pgvector">
            <a:extLst xmlns:a="http://schemas.openxmlformats.org/drawingml/2006/main">
              <a:ext uri="{FF2B5EF4-FFF2-40B4-BE49-F238E27FC236}">
                <a16:creationId xmlns:a16="http://schemas.microsoft.com/office/drawing/2014/main" id="{0321A67E-9250-48E9-AAD8-9EA0FEABC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3829050"/>
            <a:ext cx="1476375" cy="866775"/>
          </a:xfrm>
          <a:prstGeom xmlns:a="http://schemas.openxmlformats.org/drawingml/2006/main" prst="can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650" b="1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ctr">
              <a:defRPr sz="1650" b="1">
                <a:solidFill>
                  <a:srgbClr val="233E54"/>
                </a:solidFill>
              </a:defRPr>
            </a:pPr>
            <a:r>
              <a:rPr sz="1650" b="1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postgres</a:t>
            </a:r>
          </a:p>
          <a:p xmlns:a="http://schemas.openxmlformats.org/drawingml/2006/main">
            <a:pPr algn="ctr">
              <a:defRPr sz="1650" b="1">
                <a:solidFill>
                  <a:srgbClr val="233E54"/>
                </a:solidFill>
              </a:defRPr>
            </a:pPr>
            <a:r>
              <a:rPr sz="1650" b="1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pgvector</a:t>
            </a:r>
          </a:p>
        </p:txBody>
      </p:sp>
      <p:sp>
        <p:nvSpPr>
          <p:cNvPr id="18" name="neo4j">
            <a:extLst xmlns:a="http://schemas.openxmlformats.org/drawingml/2006/main">
              <a:ext uri="{FF2B5EF4-FFF2-40B4-BE49-F238E27FC236}">
                <a16:creationId xmlns:a16="http://schemas.microsoft.com/office/drawing/2014/main" id="{C9FE5FAB-2844-411C-9943-8277FEEB3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3829050"/>
            <a:ext cx="1476375" cy="866775"/>
          </a:xfrm>
          <a:prstGeom xmlns:a="http://schemas.openxmlformats.org/drawingml/2006/main" prst="can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650" b="1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ctr">
              <a:defRPr sz="1650" b="1">
                <a:solidFill>
                  <a:srgbClr val="233E54"/>
                </a:solidFill>
              </a:defRPr>
            </a:pPr>
            <a:r>
              <a:rPr sz="1650" b="1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neo4j</a:t>
            </a:r>
          </a:p>
        </p:txBody>
      </p:sp>
      <p:sp>
        <p:nvSpPr>
          <p:cNvPr id="19" name="opensearch IK">
            <a:extLst xmlns:a="http://schemas.openxmlformats.org/drawingml/2006/main">
              <a:ext uri="{FF2B5EF4-FFF2-40B4-BE49-F238E27FC236}">
                <a16:creationId xmlns:a16="http://schemas.microsoft.com/office/drawing/2014/main" id="{BBE9A604-891F-4781-8767-55FFFC350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3829050"/>
            <a:ext cx="1476375" cy="866775"/>
          </a:xfrm>
          <a:prstGeom xmlns:a="http://schemas.openxmlformats.org/drawingml/2006/main" prst="can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650" b="1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ctr">
              <a:defRPr sz="1650" b="1">
                <a:solidFill>
                  <a:srgbClr val="233E54"/>
                </a:solidFill>
              </a:defRPr>
            </a:pPr>
            <a:r>
              <a:rPr sz="1650" b="1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opensearch</a:t>
            </a:r>
          </a:p>
          <a:p xmlns:a="http://schemas.openxmlformats.org/drawingml/2006/main">
            <a:pPr algn="ctr">
              <a:defRPr sz="1650" b="1">
                <a:solidFill>
                  <a:srgbClr val="233E54"/>
                </a:solidFill>
              </a:defRPr>
            </a:pPr>
            <a:r>
              <a:rPr sz="1650" b="1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IK</a:t>
            </a:r>
          </a:p>
        </p:txBody>
      </p:sp>
      <p:sp>
        <p:nvSpPr>
          <p:cNvPr id="20" name="redis / nats">
            <a:extLst xmlns:a="http://schemas.openxmlformats.org/drawingml/2006/main">
              <a:ext uri="{FF2B5EF4-FFF2-40B4-BE49-F238E27FC236}">
                <a16:creationId xmlns:a16="http://schemas.microsoft.com/office/drawing/2014/main" id="{F4867F25-19FC-48B8-8C28-BB7FD5053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3829050"/>
            <a:ext cx="1476375" cy="866775"/>
          </a:xfrm>
          <a:prstGeom xmlns:a="http://schemas.openxmlformats.org/drawingml/2006/main" prst="can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650" b="1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ctr">
              <a:defRPr sz="1650" b="1">
                <a:solidFill>
                  <a:srgbClr val="233E54"/>
                </a:solidFill>
              </a:defRPr>
            </a:pPr>
            <a:r>
              <a:rPr sz="1650" b="1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redis / nats</a:t>
            </a:r>
          </a:p>
        </p:txBody>
      </p:sp>
      <p:sp>
        <p:nvSpPr>
          <p:cNvPr id="21" name="minio">
            <a:extLst xmlns:a="http://schemas.openxmlformats.org/drawingml/2006/main">
              <a:ext uri="{FF2B5EF4-FFF2-40B4-BE49-F238E27FC236}">
                <a16:creationId xmlns:a16="http://schemas.microsoft.com/office/drawing/2014/main" id="{8D568087-FBCE-4660-B90E-C398B0754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3829050"/>
            <a:ext cx="1476375" cy="866775"/>
          </a:xfrm>
          <a:prstGeom xmlns:a="http://schemas.openxmlformats.org/drawingml/2006/main" prst="can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650" b="1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ctr">
              <a:defRPr sz="1650" b="1">
                <a:solidFill>
                  <a:srgbClr val="233E54"/>
                </a:solidFill>
              </a:defRPr>
            </a:pPr>
            <a:r>
              <a:rPr sz="1650" b="1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minio</a:t>
            </a:r>
          </a:p>
        </p:txBody>
      </p:sp>
      <p:sp>
        <p:nvSpPr>
          <p:cNvPr id="22" name="layer surface">
            <a:extLst xmlns:a="http://schemas.openxmlformats.org/drawingml/2006/main">
              <a:ext uri="{FF2B5EF4-FFF2-40B4-BE49-F238E27FC236}">
                <a16:creationId xmlns:a16="http://schemas.microsoft.com/office/drawing/2014/main" id="{259FC13F-9D1F-46D3-AFDB-95FF07DA9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657850"/>
            <a:ext cx="10477500" cy="200025"/>
          </a:xfrm>
          <a:custGeom xmlns:a="http://schemas.openxmlformats.org/drawingml/2006/main">
            <a:pathLst>
              <a:path w="10477500" h="200025">
                <a:moveTo>
                  <a:pt x="0" y="0"/>
                </a:moveTo>
                <a:lnTo>
                  <a:pt x="10239375" y="0"/>
                </a:lnTo>
                <a:lnTo>
                  <a:pt x="10477500" y="200025"/>
                </a:lnTo>
                <a:lnTo>
                  <a:pt x="238125" y="200025"/>
                </a:lnTo>
                <a:close/>
              </a:path>
            </a:pathLst>
          </a:custGeom>
          <a:solidFill xmlns:a="http://schemas.openxmlformats.org/drawingml/2006/main">
            <a:srgbClr val="E5F0DA"/>
          </a:solidFill>
          <a:ln xmlns:a="http://schemas.openxmlformats.org/drawingml/2006/main" w="9525">
            <a:solidFill>
              <a:srgbClr val="A6C4DB"/>
            </a:solidFill>
          </a:ln>
        </p:spPr>
      </p:sp>
      <p:sp>
        <p:nvSpPr>
          <p:cNvPr id="23" name="boundary">
            <a:extLst xmlns:a="http://schemas.openxmlformats.org/drawingml/2006/main">
              <a:ext uri="{FF2B5EF4-FFF2-40B4-BE49-F238E27FC236}">
                <a16:creationId xmlns:a16="http://schemas.microsoft.com/office/drawing/2014/main" id="{558FE58C-5EB4-40E6-BB57-79DC6A4BF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857875"/>
            <a:ext cx="10239375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F0DA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</p:sp>
      <p:sp>
        <p:nvSpPr>
          <p:cNvPr id="24" name="layer surface">
            <a:extLst xmlns:a="http://schemas.openxmlformats.org/drawingml/2006/main">
              <a:ext uri="{FF2B5EF4-FFF2-40B4-BE49-F238E27FC236}">
                <a16:creationId xmlns:a16="http://schemas.microsoft.com/office/drawing/2014/main" id="{F719CA12-992A-4B4A-B559-A32623B5B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657850"/>
            <a:ext cx="238125" cy="1533525"/>
          </a:xfrm>
          <a:custGeom xmlns:a="http://schemas.openxmlformats.org/drawingml/2006/main">
            <a:pathLst>
              <a:path w="238125" h="1533525">
                <a:moveTo>
                  <a:pt x="0" y="0"/>
                </a:moveTo>
                <a:lnTo>
                  <a:pt x="238125" y="200025"/>
                </a:lnTo>
                <a:lnTo>
                  <a:pt x="238125" y="1533525"/>
                </a:lnTo>
                <a:lnTo>
                  <a:pt x="0" y="1333500"/>
                </a:lnTo>
                <a:close/>
              </a:path>
            </a:pathLst>
          </a:custGeom>
          <a:solidFill xmlns:a="http://schemas.openxmlformats.org/drawingml/2006/main">
            <a:srgbClr val="BAD6A3"/>
          </a:solidFill>
          <a:ln xmlns:a="http://schemas.openxmlformats.org/drawingml/2006/main" w="9525">
            <a:solidFill>
              <a:srgbClr val="A6C4DB"/>
            </a:solidFill>
          </a:ln>
        </p:spPr>
      </p:sp>
      <p:sp>
        <p:nvSpPr>
          <p:cNvPr id="25" name="可观测容器">
            <a:extLst xmlns:a="http://schemas.openxmlformats.org/drawingml/2006/main">
              <a:ext uri="{FF2B5EF4-FFF2-40B4-BE49-F238E27FC236}">
                <a16:creationId xmlns:a16="http://schemas.microsoft.com/office/drawing/2014/main" id="{09D642B0-769D-4A23-86B8-B44C66A3E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981700"/>
            <a:ext cx="1714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2025" b="1">
                <a:solidFill>
                  <a:srgbClr val="547D45"/>
                </a:solidFill>
              </a:defRPr>
            </a:defPPr>
          </a:lstStyle>
          <a:p xmlns:a="http://schemas.openxmlformats.org/drawingml/2006/main">
            <a:pPr algn="ctr">
              <a:defRPr sz="2025" b="1">
                <a:solidFill>
                  <a:srgbClr val="547D45"/>
                </a:solidFill>
              </a:defRPr>
            </a:pPr>
            <a:r>
              <a:rPr sz="2025" b="1">
                <a:solidFill>
                  <a:srgbClr val="547D45"/>
                </a:solidFill>
                <a:latin typeface="Microsoft YaHei"/>
                <a:ea typeface="Microsoft YaHei"/>
                <a:cs typeface="Microsoft YaHei"/>
              </a:rPr>
              <a:t>可观测容器</a:t>
            </a:r>
          </a:p>
        </p:txBody>
      </p:sp>
      <p:sp>
        <p:nvSpPr>
          <p:cNvPr id="26" name="langfuse">
            <a:extLst xmlns:a="http://schemas.openxmlformats.org/drawingml/2006/main">
              <a:ext uri="{FF2B5EF4-FFF2-40B4-BE49-F238E27FC236}">
                <a16:creationId xmlns:a16="http://schemas.microsoft.com/office/drawing/2014/main" id="{E5C5A11D-90E3-4784-93C1-079D4639B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6067425"/>
            <a:ext cx="2257425" cy="866775"/>
          </a:xfrm>
          <a:prstGeom xmlns:a="http://schemas.openxmlformats.org/drawingml/2006/main" prst="roundRect">
            <a:avLst>
              <a:gd name="adj" fmla="val 1318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650" b="1">
                <a:solidFill>
                  <a:srgbClr val="547D45"/>
                </a:solidFill>
              </a:defRPr>
            </a:defPPr>
          </a:lstStyle>
          <a:p xmlns:a="http://schemas.openxmlformats.org/drawingml/2006/main">
            <a:pPr algn="ctr">
              <a:defRPr sz="1650" b="1">
                <a:solidFill>
                  <a:srgbClr val="547D45"/>
                </a:solidFill>
              </a:defRPr>
            </a:pPr>
            <a:r>
              <a:rPr sz="1650" b="1">
                <a:solidFill>
                  <a:srgbClr val="547D45"/>
                </a:solidFill>
                <a:latin typeface="Microsoft YaHei"/>
                <a:ea typeface="Microsoft YaHei"/>
                <a:cs typeface="Microsoft YaHei"/>
              </a:rPr>
              <a:t>langfuse</a:t>
            </a:r>
          </a:p>
        </p:txBody>
      </p:sp>
      <p:sp>
        <p:nvSpPr>
          <p:cNvPr id="27" name="prometheus">
            <a:extLst xmlns:a="http://schemas.openxmlformats.org/drawingml/2006/main">
              <a:ext uri="{FF2B5EF4-FFF2-40B4-BE49-F238E27FC236}">
                <a16:creationId xmlns:a16="http://schemas.microsoft.com/office/drawing/2014/main" id="{14CFD61E-5C58-46E2-875F-B4DEB9292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6825" y="6067425"/>
            <a:ext cx="2257425" cy="866775"/>
          </a:xfrm>
          <a:prstGeom xmlns:a="http://schemas.openxmlformats.org/drawingml/2006/main" prst="roundRect">
            <a:avLst>
              <a:gd name="adj" fmla="val 1318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650" b="1">
                <a:solidFill>
                  <a:srgbClr val="547D45"/>
                </a:solidFill>
              </a:defRPr>
            </a:defPPr>
          </a:lstStyle>
          <a:p xmlns:a="http://schemas.openxmlformats.org/drawingml/2006/main">
            <a:pPr algn="ctr">
              <a:defRPr sz="1650" b="1">
                <a:solidFill>
                  <a:srgbClr val="547D45"/>
                </a:solidFill>
              </a:defRPr>
            </a:pPr>
            <a:r>
              <a:rPr sz="1650" b="1">
                <a:solidFill>
                  <a:srgbClr val="547D45"/>
                </a:solidFill>
                <a:latin typeface="Microsoft YaHei"/>
                <a:ea typeface="Microsoft YaHei"/>
                <a:cs typeface="Microsoft YaHei"/>
              </a:rPr>
              <a:t>prometheus</a:t>
            </a:r>
          </a:p>
        </p:txBody>
      </p:sp>
      <p:sp>
        <p:nvSpPr>
          <p:cNvPr id="28" name="grafana">
            <a:extLst xmlns:a="http://schemas.openxmlformats.org/drawingml/2006/main">
              <a:ext uri="{FF2B5EF4-FFF2-40B4-BE49-F238E27FC236}">
                <a16:creationId xmlns:a16="http://schemas.microsoft.com/office/drawing/2014/main" id="{55B5B5A6-A1BD-4B94-B317-3F7242B68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6067425"/>
            <a:ext cx="2257425" cy="866775"/>
          </a:xfrm>
          <a:prstGeom xmlns:a="http://schemas.openxmlformats.org/drawingml/2006/main" prst="roundRect">
            <a:avLst>
              <a:gd name="adj" fmla="val 1318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650" b="1">
                <a:solidFill>
                  <a:srgbClr val="547D45"/>
                </a:solidFill>
              </a:defRPr>
            </a:defPPr>
          </a:lstStyle>
          <a:p xmlns:a="http://schemas.openxmlformats.org/drawingml/2006/main">
            <a:pPr algn="ctr">
              <a:defRPr sz="1650" b="1">
                <a:solidFill>
                  <a:srgbClr val="547D45"/>
                </a:solidFill>
              </a:defRPr>
            </a:pPr>
            <a:r>
              <a:rPr sz="1650" b="1">
                <a:solidFill>
                  <a:srgbClr val="547D45"/>
                </a:solidFill>
                <a:latin typeface="Microsoft YaHei"/>
                <a:ea typeface="Microsoft YaHei"/>
                <a:cs typeface="Microsoft YaHei"/>
              </a:rPr>
              <a:t>grafana</a:t>
            </a:r>
          </a:p>
        </p:txBody>
      </p:sp>
      <p:sp>
        <p:nvSpPr>
          <p:cNvPr id="29" name="网络与消息队列">
            <a:extLst xmlns:a="http://schemas.openxmlformats.org/drawingml/2006/main">
              <a:ext uri="{FF2B5EF4-FFF2-40B4-BE49-F238E27FC236}">
                <a16:creationId xmlns:a16="http://schemas.microsoft.com/office/drawing/2014/main" id="{26FDCC4B-5BD9-42C8-901D-F8FEC300E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943225"/>
            <a:ext cx="4953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650" b="0">
                <a:solidFill>
                  <a:srgbClr val="277DC3"/>
                </a:solidFill>
              </a:defRPr>
            </a:defPPr>
          </a:lstStyle>
          <a:p xmlns:a="http://schemas.openxmlformats.org/drawingml/2006/main">
            <a:pPr algn="ctr">
              <a:defRPr sz="1650" b="0">
                <a:solidFill>
                  <a:srgbClr val="277DC3"/>
                </a:solidFill>
              </a:defRPr>
            </a:pPr>
            <a:r>
              <a:rPr sz="1650" b="0">
                <a:solidFill>
                  <a:srgbClr val="277DC3"/>
                </a:solidFill>
                <a:latin typeface="Microsoft YaHei"/>
                <a:ea typeface="Microsoft YaHei"/>
                <a:cs typeface="Microsoft YaHei"/>
              </a:rPr>
              <a:t>网络与消息队列</a:t>
            </a:r>
          </a:p>
        </p:txBody>
      </p:sp>
      <p:sp>
        <p:nvSpPr>
          <p:cNvPr id="30" name="调用追踪 / 任务与时效指标">
            <a:extLst xmlns:a="http://schemas.openxmlformats.org/drawingml/2006/main">
              <a:ext uri="{FF2B5EF4-FFF2-40B4-BE49-F238E27FC236}">
                <a16:creationId xmlns:a16="http://schemas.microsoft.com/office/drawing/2014/main" id="{6F09D915-6684-48A2-995F-E28F39B2B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5048250"/>
            <a:ext cx="5143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650" b="0">
                <a:solidFill>
                  <a:srgbClr val="547D45"/>
                </a:solidFill>
              </a:defRPr>
            </a:defPPr>
          </a:lstStyle>
          <a:p xmlns:a="http://schemas.openxmlformats.org/drawingml/2006/main">
            <a:pPr algn="ctr">
              <a:defRPr sz="1650" b="0">
                <a:solidFill>
                  <a:srgbClr val="547D45"/>
                </a:solidFill>
              </a:defRPr>
            </a:pPr>
            <a:r>
              <a:rPr sz="1650" b="0">
                <a:solidFill>
                  <a:srgbClr val="547D45"/>
                </a:solidFill>
                <a:latin typeface="Microsoft YaHei"/>
                <a:ea typeface="Microsoft YaHei"/>
                <a:cs typeface="Microsoft YaHei"/>
              </a:rPr>
              <a:t>调用追踪 / 任务与时效指标</a:t>
            </a:r>
          </a:p>
        </p:txBody>
      </p:sp>
    </p:spTree>
    <p:extLst>
      <p:ext uri="{BB962C8B-B14F-4D97-AF65-F5344CB8AC3E}">
        <p14:creationId xmlns:p14="http://schemas.microsoft.com/office/powerpoint/2010/main" val="125773873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BF1E8F9C-FCEA-4782-B155-4DE14B81C51E}"/>
              </a:ext>
            </a:extLst>
          </p:cNvPr>
          <p:cNvCxnSpPr>
            <a:stCxn xmlns:a="http://schemas.openxmlformats.org/drawingml/2006/main" id="25" idx="2"/>
            <a:endCxn xmlns:a="http://schemas.openxmlformats.org/drawingml/2006/main" id="26" idx="0"/>
          </p:cNvCxnSpPr>
          <p:nvPr/>
        </p:nvCxnSpPr>
        <p:spPr>
          <a:xfrm xmlns:a="http://schemas.openxmlformats.org/drawingml/2006/main">
            <a:off x="5715000" y="5895975"/>
            <a:ext cx="0" cy="72390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A67A20"/>
            </a:solidFill>
            <a:prstDash val="solid"/>
            <a:tailEnd type="triangle" w="sm" len="sm"/>
          </a:ln>
        </p:spPr>
      </p:cxnSp>
      <p:cxnSp>
        <p:nvCxn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E73FED40-BAA6-4C14-A37B-5B709C766A78}"/>
              </a:ext>
            </a:extLst>
          </p:cNvPr>
          <p:cNvCxnSpPr>
            <a:stCxn xmlns:a="http://schemas.openxmlformats.org/drawingml/2006/main" id="4" idx="2"/>
            <a:endCxn xmlns:a="http://schemas.openxmlformats.org/drawingml/2006/main" id="25" idx="0"/>
          </p:cNvCxnSpPr>
          <p:nvPr/>
        </p:nvCxnSpPr>
        <p:spPr>
          <a:xfrm xmlns:a="http://schemas.openxmlformats.org/drawingml/2006/main">
            <a:off x="5715000" y="4324350"/>
            <a:ext cx="0" cy="99060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A67A20"/>
            </a:solidFill>
            <a:prstDash val="solid"/>
            <a:tailEnd type="triangle" w="sm" len="sm"/>
          </a:ln>
        </p:spPr>
      </p:cxnSp>
      <p:cxnSp>
        <p:nvCxn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2CFA070E-23F2-477B-A9D4-43055F84811C}"/>
              </a:ext>
            </a:extLst>
          </p:cNvPr>
          <p:cNvCxnSpPr>
            <a:stCxn xmlns:a="http://schemas.openxmlformats.org/drawingml/2006/main" id="84" idx="3"/>
            <a:endCxn xmlns:a="http://schemas.openxmlformats.org/drawingml/2006/main" id="85" idx="1"/>
          </p:cNvCxnSpPr>
          <p:nvPr/>
        </p:nvCxnSpPr>
        <p:spPr>
          <a:xfrm xmlns:a="http://schemas.openxmlformats.org/drawingml/2006/main" flipH="1">
            <a:off x="10325100" y="5058252"/>
            <a:ext cx="953" cy="390525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547D45"/>
            </a:solidFill>
            <a:prstDash val="dash"/>
            <a:tailEnd type="triangle" w="sm" len="sm"/>
          </a:ln>
        </p:spPr>
      </p:cxnSp>
      <p:cxnSp>
        <p:nvCxn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166FF3F7-6797-479C-9AC6-936753184AF8}"/>
              </a:ext>
            </a:extLst>
          </p:cNvPr>
          <p:cNvCxnSpPr>
            <a:stCxn xmlns:a="http://schemas.openxmlformats.org/drawingml/2006/main" id="81" idx="3"/>
            <a:endCxn xmlns:a="http://schemas.openxmlformats.org/drawingml/2006/main" id="82" idx="1"/>
          </p:cNvCxnSpPr>
          <p:nvPr/>
        </p:nvCxnSpPr>
        <p:spPr>
          <a:xfrm xmlns:a="http://schemas.openxmlformats.org/drawingml/2006/main" flipH="1">
            <a:off x="8963025" y="5058252"/>
            <a:ext cx="953" cy="390525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547D45"/>
            </a:solidFill>
            <a:prstDash val="dash"/>
            <a:tailEnd type="triangle" w="sm" len="sm"/>
          </a:ln>
        </p:spPr>
      </p:cxnSp>
      <p:cxnSp>
        <p:nvCxn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3ED1C815-9876-4D47-9399-3D2C39D83694}"/>
              </a:ext>
            </a:extLst>
          </p:cNvPr>
          <p:cNvCxnSpPr>
            <a:stCxn xmlns:a="http://schemas.openxmlformats.org/drawingml/2006/main" id="78" idx="3"/>
            <a:endCxn xmlns:a="http://schemas.openxmlformats.org/drawingml/2006/main" id="79" idx="1"/>
          </p:cNvCxnSpPr>
          <p:nvPr/>
        </p:nvCxnSpPr>
        <p:spPr>
          <a:xfrm xmlns:a="http://schemas.openxmlformats.org/drawingml/2006/main">
            <a:off x="7620953" y="5058252"/>
            <a:ext cx="2704147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547D45"/>
            </a:solidFill>
            <a:prstDash val="dash"/>
          </a:ln>
        </p:spPr>
      </p:cxnSp>
      <p:cxnSp>
        <p:nvCxn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1B1F718A-6154-47E2-8A0D-212AF9FC7307}"/>
              </a:ext>
            </a:extLst>
          </p:cNvPr>
          <p:cNvCxnSpPr>
            <a:stCxn xmlns:a="http://schemas.openxmlformats.org/drawingml/2006/main" id="75" idx="3"/>
            <a:endCxn xmlns:a="http://schemas.openxmlformats.org/drawingml/2006/main" id="76" idx="1"/>
          </p:cNvCxnSpPr>
          <p:nvPr/>
        </p:nvCxnSpPr>
        <p:spPr>
          <a:xfrm xmlns:a="http://schemas.openxmlformats.org/drawingml/2006/main" flipH="1">
            <a:off x="7620000" y="4058127"/>
            <a:ext cx="953" cy="1000125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547D45"/>
            </a:solidFill>
            <a:prstDash val="dash"/>
          </a:ln>
        </p:spPr>
      </p:cxnSp>
      <p:cxnSp>
        <p:nvCxn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B71E0C5B-CA84-43EF-8BA8-5C7DD89C2126}"/>
              </a:ext>
            </a:extLst>
          </p:cNvPr>
          <p:cNvCxnSpPr>
            <a:stCxn xmlns:a="http://schemas.openxmlformats.org/drawingml/2006/main" id="72" idx="3"/>
            <a:endCxn xmlns:a="http://schemas.openxmlformats.org/drawingml/2006/main" id="73" idx="1"/>
          </p:cNvCxnSpPr>
          <p:nvPr/>
        </p:nvCxnSpPr>
        <p:spPr>
          <a:xfrm xmlns:a="http://schemas.openxmlformats.org/drawingml/2006/main">
            <a:off x="7249478" y="4058127"/>
            <a:ext cx="370522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547D45"/>
            </a:solidFill>
            <a:prstDash val="dash"/>
          </a:ln>
        </p:spPr>
      </p:cxnSp>
      <p:cxnSp>
        <p:nvCxn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767F3C7E-3EEF-43BB-AFE0-B15017DD54E1}"/>
              </a:ext>
            </a:extLst>
          </p:cNvPr>
          <p:cNvCxnSpPr>
            <a:stCxn xmlns:a="http://schemas.openxmlformats.org/drawingml/2006/main" id="68" idx="3"/>
            <a:endCxn xmlns:a="http://schemas.openxmlformats.org/drawingml/2006/main" id="69" idx="1"/>
          </p:cNvCxnSpPr>
          <p:nvPr/>
        </p:nvCxnSpPr>
        <p:spPr>
          <a:xfrm xmlns:a="http://schemas.openxmlformats.org/drawingml/2006/main">
            <a:off x="7973378" y="3953352"/>
            <a:ext cx="380047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547D45"/>
            </a:solidFill>
            <a:prstDash val="dash"/>
            <a:tailEnd type="triangle" w="sm" len="sm"/>
          </a:ln>
        </p:spPr>
      </p:cxnSp>
      <p:cxnSp>
        <p:nvCxn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9CD1E9DF-0F8E-49BC-BAAF-330EB0663EB0}"/>
              </a:ext>
            </a:extLst>
          </p:cNvPr>
          <p:cNvCxnSpPr>
            <a:stCxn xmlns:a="http://schemas.openxmlformats.org/drawingml/2006/main" id="65" idx="3"/>
            <a:endCxn xmlns:a="http://schemas.openxmlformats.org/drawingml/2006/main" id="66" idx="1"/>
          </p:cNvCxnSpPr>
          <p:nvPr/>
        </p:nvCxnSpPr>
        <p:spPr>
          <a:xfrm xmlns:a="http://schemas.openxmlformats.org/drawingml/2006/main" flipH="1">
            <a:off x="7972425" y="3705702"/>
            <a:ext cx="953" cy="24765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547D45"/>
            </a:solidFill>
            <a:prstDash val="dash"/>
          </a:ln>
        </p:spPr>
      </p:cxnSp>
      <p:cxnSp>
        <p:nvCxn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6CCF9ED8-0DBA-4DB0-8CA2-F65A64A16340}"/>
              </a:ext>
            </a:extLst>
          </p:cNvPr>
          <p:cNvCxnSpPr>
            <a:stCxn xmlns:a="http://schemas.openxmlformats.org/drawingml/2006/main" id="62" idx="3"/>
            <a:endCxn xmlns:a="http://schemas.openxmlformats.org/drawingml/2006/main" id="63" idx="1"/>
          </p:cNvCxnSpPr>
          <p:nvPr/>
        </p:nvCxnSpPr>
        <p:spPr>
          <a:xfrm xmlns:a="http://schemas.openxmlformats.org/drawingml/2006/main">
            <a:off x="7249478" y="3705702"/>
            <a:ext cx="722947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547D45"/>
            </a:solidFill>
            <a:prstDash val="dash"/>
          </a:ln>
        </p:spPr>
      </p:cxnSp>
      <p:cxnSp>
        <p:nvCxn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BF5FAE69-B95C-46C9-8997-0302174C5EF2}"/>
              </a:ext>
            </a:extLst>
          </p:cNvPr>
          <p:cNvCxnSpPr>
            <a:stCxn xmlns:a="http://schemas.openxmlformats.org/drawingml/2006/main" id="59" idx="3"/>
            <a:endCxn xmlns:a="http://schemas.openxmlformats.org/drawingml/2006/main" id="60" idx="1"/>
          </p:cNvCxnSpPr>
          <p:nvPr/>
        </p:nvCxnSpPr>
        <p:spPr>
          <a:xfrm xmlns:a="http://schemas.openxmlformats.org/drawingml/2006/main" flipH="1">
            <a:off x="9639300" y="2315052"/>
            <a:ext cx="953" cy="2381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77DC3"/>
            </a:solidFill>
            <a:prstDash val="solid"/>
          </a:ln>
        </p:spPr>
      </p:cxnSp>
      <p:cxnSp>
        <p:nvCxn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CE4D6176-95EC-4732-B616-113BD547E2F7}"/>
              </a:ext>
            </a:extLst>
          </p:cNvPr>
          <p:cNvCxnSpPr>
            <a:stCxn xmlns:a="http://schemas.openxmlformats.org/drawingml/2006/main" id="55" idx="3"/>
            <a:endCxn xmlns:a="http://schemas.openxmlformats.org/drawingml/2006/main" id="56" idx="1"/>
          </p:cNvCxnSpPr>
          <p:nvPr/>
        </p:nvCxnSpPr>
        <p:spPr>
          <a:xfrm xmlns:a="http://schemas.openxmlformats.org/drawingml/2006/main">
            <a:off x="7763828" y="1838802"/>
            <a:ext cx="589597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277DC3"/>
            </a:solidFill>
            <a:prstDash val="solid"/>
            <a:tailEnd type="triangle" w="sm" len="sm"/>
          </a:ln>
        </p:spPr>
      </p:cxnSp>
      <p:cxnSp>
        <p:nvCxn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5745C55E-730A-4F26-B702-C899848D75B8}"/>
              </a:ext>
            </a:extLst>
          </p:cNvPr>
          <p:cNvCxnSpPr>
            <a:stCxn xmlns:a="http://schemas.openxmlformats.org/drawingml/2006/main" id="52" idx="3"/>
            <a:endCxn xmlns:a="http://schemas.openxmlformats.org/drawingml/2006/main" id="53" idx="1"/>
          </p:cNvCxnSpPr>
          <p:nvPr/>
        </p:nvCxnSpPr>
        <p:spPr>
          <a:xfrm xmlns:a="http://schemas.openxmlformats.org/drawingml/2006/main" flipH="1" flipV="1">
            <a:off x="7762875" y="1838802"/>
            <a:ext cx="953" cy="1495425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277DC3"/>
            </a:solidFill>
            <a:prstDash val="solid"/>
          </a:ln>
        </p:spPr>
      </p:cxnSp>
      <p:cxnSp>
        <p:nvCxn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F6BE40D7-388D-4CDA-B744-EBA843A7FD37}"/>
              </a:ext>
            </a:extLst>
          </p:cNvPr>
          <p:cNvCxnSpPr>
            <a:stCxn xmlns:a="http://schemas.openxmlformats.org/drawingml/2006/main" id="49" idx="3"/>
            <a:endCxn xmlns:a="http://schemas.openxmlformats.org/drawingml/2006/main" id="50" idx="1"/>
          </p:cNvCxnSpPr>
          <p:nvPr/>
        </p:nvCxnSpPr>
        <p:spPr>
          <a:xfrm xmlns:a="http://schemas.openxmlformats.org/drawingml/2006/main">
            <a:off x="7249478" y="3334227"/>
            <a:ext cx="513397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277DC3"/>
            </a:solidFill>
            <a:prstDash val="solid"/>
          </a:ln>
        </p:spPr>
      </p:cxnSp>
      <p:cxnSp>
        <p:nvCxn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CF36368C-5E07-4330-ACCD-8CA640321019}"/>
              </a:ext>
            </a:extLst>
          </p:cNvPr>
          <p:cNvCxnSpPr>
            <a:stCxn xmlns:a="http://schemas.openxmlformats.org/drawingml/2006/main" id="45" idx="3"/>
            <a:endCxn xmlns:a="http://schemas.openxmlformats.org/drawingml/2006/main" id="46" idx="1"/>
          </p:cNvCxnSpPr>
          <p:nvPr/>
        </p:nvCxnSpPr>
        <p:spPr>
          <a:xfrm xmlns:a="http://schemas.openxmlformats.org/drawingml/2006/main" flipH="1">
            <a:off x="3105150" y="5810727"/>
            <a:ext cx="524828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277DC3"/>
            </a:solidFill>
            <a:prstDash val="solid"/>
            <a:tailEnd type="triangle" w="sm" len="sm"/>
          </a:ln>
        </p:spPr>
      </p:cxnSp>
      <p:cxnSp>
        <p:nvCxn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BEA9BFD4-D420-47EF-9322-9C3341BE930B}"/>
              </a:ext>
            </a:extLst>
          </p:cNvPr>
          <p:cNvCxnSpPr>
            <a:stCxn xmlns:a="http://schemas.openxmlformats.org/drawingml/2006/main" id="42" idx="3"/>
            <a:endCxn xmlns:a="http://schemas.openxmlformats.org/drawingml/2006/main" id="43" idx="1"/>
          </p:cNvCxnSpPr>
          <p:nvPr/>
        </p:nvCxnSpPr>
        <p:spPr>
          <a:xfrm xmlns:a="http://schemas.openxmlformats.org/drawingml/2006/main" flipH="1">
            <a:off x="3629025" y="4058127"/>
            <a:ext cx="953" cy="175260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277DC3"/>
            </a:solidFill>
            <a:prstDash val="solid"/>
          </a:ln>
        </p:spPr>
      </p:cxnSp>
      <p:cxnSp>
        <p:nvCxn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730A74F-F930-43A3-9A60-6FCFD8EC3B75}"/>
              </a:ext>
            </a:extLst>
          </p:cNvPr>
          <p:cNvCxnSpPr>
            <a:stCxn xmlns:a="http://schemas.openxmlformats.org/drawingml/2006/main" id="39" idx="3"/>
            <a:endCxn xmlns:a="http://schemas.openxmlformats.org/drawingml/2006/main" id="40" idx="1"/>
          </p:cNvCxnSpPr>
          <p:nvPr/>
        </p:nvCxnSpPr>
        <p:spPr>
          <a:xfrm xmlns:a="http://schemas.openxmlformats.org/drawingml/2006/main" flipH="1">
            <a:off x="3629025" y="4058127"/>
            <a:ext cx="553403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277DC3"/>
            </a:solidFill>
            <a:prstDash val="solid"/>
          </a:ln>
        </p:spPr>
      </p:cxnSp>
      <p:cxnSp>
        <p:nvCxn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7CF00C1-5D62-43F9-A105-BA38156DCFAC}"/>
              </a:ext>
            </a:extLst>
          </p:cNvPr>
          <p:cNvCxnSpPr>
            <a:stCxn xmlns:a="http://schemas.openxmlformats.org/drawingml/2006/main" id="4" idx="1"/>
            <a:endCxn xmlns:a="http://schemas.openxmlformats.org/drawingml/2006/main" id="10" idx="3"/>
          </p:cNvCxnSpPr>
          <p:nvPr/>
        </p:nvCxnSpPr>
        <p:spPr>
          <a:xfrm xmlns:a="http://schemas.openxmlformats.org/drawingml/2006/main" flipH="1">
            <a:off x="3105150" y="3705225"/>
            <a:ext cx="1076325" cy="3810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277DC3"/>
            </a:solidFill>
            <a:prstDash val="solid"/>
            <a:tailEnd type="triangle" w="sm" len="sm"/>
          </a:ln>
        </p:spPr>
      </p:cxnSp>
      <p:cxnSp>
        <p:nvCxn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68A2A24-A110-444E-8D8E-D51E41EFF81A}"/>
              </a:ext>
            </a:extLst>
          </p:cNvPr>
          <p:cNvCxnSpPr>
            <a:stCxn xmlns:a="http://schemas.openxmlformats.org/drawingml/2006/main" id="33" idx="3"/>
            <a:endCxn xmlns:a="http://schemas.openxmlformats.org/drawingml/2006/main" id="34" idx="1"/>
          </p:cNvCxnSpPr>
          <p:nvPr/>
        </p:nvCxnSpPr>
        <p:spPr>
          <a:xfrm xmlns:a="http://schemas.openxmlformats.org/drawingml/2006/main">
            <a:off x="3629978" y="3334227"/>
            <a:ext cx="551497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277DC3"/>
            </a:solidFill>
            <a:prstDash val="solid"/>
            <a:tailEnd type="triangle" w="sm" len="sm"/>
          </a:ln>
        </p:spPr>
      </p:cxnSp>
      <p:cxnSp>
        <p:nvCxn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6E94478-5E08-44A7-B2F8-27E01A17217F}"/>
              </a:ext>
            </a:extLst>
          </p:cNvPr>
          <p:cNvCxnSpPr>
            <a:stCxn xmlns:a="http://schemas.openxmlformats.org/drawingml/2006/main" id="30" idx="3"/>
            <a:endCxn xmlns:a="http://schemas.openxmlformats.org/drawingml/2006/main" id="31" idx="1"/>
          </p:cNvCxnSpPr>
          <p:nvPr/>
        </p:nvCxnSpPr>
        <p:spPr>
          <a:xfrm xmlns:a="http://schemas.openxmlformats.org/drawingml/2006/main" flipH="1">
            <a:off x="3629025" y="1838802"/>
            <a:ext cx="953" cy="1495425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277DC3"/>
            </a:solidFill>
            <a:prstDash val="solid"/>
          </a:ln>
        </p:spPr>
      </p:cxnSp>
      <p:cxnSp>
        <p:nvCxn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0980935-514C-44BD-AA8B-CC0A4E7E30E7}"/>
              </a:ext>
            </a:extLst>
          </p:cNvPr>
          <p:cNvCxnSpPr>
            <a:stCxn xmlns:a="http://schemas.openxmlformats.org/drawingml/2006/main" id="27" idx="3"/>
            <a:endCxn xmlns:a="http://schemas.openxmlformats.org/drawingml/2006/main" id="28" idx="1"/>
          </p:cNvCxnSpPr>
          <p:nvPr/>
        </p:nvCxnSpPr>
        <p:spPr>
          <a:xfrm xmlns:a="http://schemas.openxmlformats.org/drawingml/2006/main">
            <a:off x="3106103" y="1838802"/>
            <a:ext cx="522922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277DC3"/>
            </a:solidFill>
            <a:prstDash val="solid"/>
          </a:ln>
        </p:spPr>
      </p:cxnSp>
      <p:sp>
        <p:nvSpPr>
          <p:cNvPr id="93" name="F-24">
            <a:extLst xmlns:a="http://schemas.openxmlformats.org/drawingml/2006/main">
              <a:ext uri="{FF2B5EF4-FFF2-40B4-BE49-F238E27FC236}">
                <a16:creationId xmlns:a16="http://schemas.microsoft.com/office/drawing/2014/main" id="{03527011-E1DF-4651-967C-6524BAA7E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9075"/>
            <a:ext cx="95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l">
              <a:defRPr sz="1650" b="1">
                <a:solidFill>
                  <a:srgbClr val="277DC3"/>
                </a:solidFill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277DC3"/>
                </a:solidFill>
              </a:defRPr>
            </a:pPr>
            <a:r>
              <a:rPr sz="1650" b="1">
                <a:solidFill>
                  <a:srgbClr val="277DC3"/>
                </a:solidFill>
                <a:latin typeface="Microsoft YaHei"/>
                <a:ea typeface="Microsoft YaHei"/>
                <a:cs typeface="Microsoft YaHei"/>
              </a:rPr>
              <a:t>F-24</a:t>
            </a:r>
          </a:p>
        </p:txBody>
      </p:sp>
      <p:sp>
        <p:nvSpPr>
          <p:cNvPr id="2" name="知识图谱数据模型">
            <a:extLst xmlns:a="http://schemas.openxmlformats.org/drawingml/2006/main">
              <a:ext uri="{FF2B5EF4-FFF2-40B4-BE49-F238E27FC236}">
                <a16:creationId xmlns:a16="http://schemas.microsoft.com/office/drawing/2014/main" id="{BB09BFB1-BCB2-4DE9-9BD7-A21D24AD8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152400"/>
            <a:ext cx="9525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l">
              <a:defRPr sz="2400" b="1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233E54"/>
                </a:solidFill>
              </a:defRPr>
            </a:pPr>
            <a:r>
              <a:rPr sz="2400" b="1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知识图谱数据模型</a:t>
            </a:r>
          </a:p>
        </p:txBody>
      </p:sp>
      <p:sp>
        <p:nvSpPr>
          <p:cNvPr id="3" name="boundary">
            <a:extLst xmlns:a="http://schemas.openxmlformats.org/drawingml/2006/main">
              <a:ext uri="{FF2B5EF4-FFF2-40B4-BE49-F238E27FC236}">
                <a16:creationId xmlns:a16="http://schemas.microsoft.com/office/drawing/2014/main" id="{C8072FD5-372B-4882-BE55-6AD0DDA58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28675"/>
            <a:ext cx="10515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C4D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boundary">
            <a:extLst xmlns:a="http://schemas.openxmlformats.org/drawingml/2006/main">
              <a:ext uri="{FF2B5EF4-FFF2-40B4-BE49-F238E27FC236}">
                <a16:creationId xmlns:a16="http://schemas.microsoft.com/office/drawing/2014/main" id="{AB21E33A-FFC1-450B-AA07-87F6ABB68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1475" y="3086100"/>
            <a:ext cx="3067050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277DC3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</p:sp>
      <p:sp>
        <p:nvSpPr>
          <p:cNvPr id="5" name="Vulnerability">
            <a:extLst xmlns:a="http://schemas.openxmlformats.org/drawingml/2006/main">
              <a:ext uri="{FF2B5EF4-FFF2-40B4-BE49-F238E27FC236}">
                <a16:creationId xmlns:a16="http://schemas.microsoft.com/office/drawing/2014/main" id="{D966CF3D-471E-4B96-B2F1-2C5625A9C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3181350"/>
            <a:ext cx="2876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2175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ctr">
              <a:defRPr sz="2175" b="1">
                <a:solidFill>
                  <a:srgbClr val="FFFFFF"/>
                </a:solidFill>
              </a:defRPr>
            </a:pPr>
            <a:r>
              <a:rPr sz="21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Vulnerability</a:t>
            </a:r>
          </a:p>
        </p:txBody>
      </p:sp>
      <p:sp>
        <p:nvSpPr>
          <p:cNvPr id="6" name="漏洞事实实体">
            <a:extLst xmlns:a="http://schemas.openxmlformats.org/drawingml/2006/main">
              <a:ext uri="{FF2B5EF4-FFF2-40B4-BE49-F238E27FC236}">
                <a16:creationId xmlns:a16="http://schemas.microsoft.com/office/drawing/2014/main" id="{CFD084FF-657D-4F89-B7BE-67A6BA214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3609975"/>
            <a:ext cx="28384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575" b="0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ctr">
              <a:defRPr sz="1575" b="0">
                <a:solidFill>
                  <a:srgbClr val="FFFFFF"/>
                </a:solidFill>
              </a:defRPr>
            </a:pPr>
            <a:r>
              <a:rPr sz="15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漏洞事实实体</a:t>
            </a:r>
          </a:p>
        </p:txBody>
      </p:sp>
      <p:sp>
        <p:nvSpPr>
          <p:cNvPr id="7" name="boundary">
            <a:extLst xmlns:a="http://schemas.openxmlformats.org/drawingml/2006/main">
              <a:ext uri="{FF2B5EF4-FFF2-40B4-BE49-F238E27FC236}">
                <a16:creationId xmlns:a16="http://schemas.microsoft.com/office/drawing/2014/main" id="{90A9B986-266D-4D8A-B6AA-69FA1BBAC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62075"/>
            <a:ext cx="257175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EAF4FC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</p:sp>
      <p:sp>
        <p:nvSpPr>
          <p:cNvPr id="8" name="Advisory">
            <a:extLst xmlns:a="http://schemas.openxmlformats.org/drawingml/2006/main">
              <a:ext uri="{FF2B5EF4-FFF2-40B4-BE49-F238E27FC236}">
                <a16:creationId xmlns:a16="http://schemas.microsoft.com/office/drawing/2014/main" id="{CEFC4E13-F11F-45D3-90A8-48600FD9B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57325"/>
            <a:ext cx="238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875" b="1">
                <a:solidFill>
                  <a:srgbClr val="277DC3"/>
                </a:solidFill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277DC3"/>
                </a:solidFill>
              </a:defRPr>
            </a:pPr>
            <a:r>
              <a:rPr sz="1875" b="1">
                <a:solidFill>
                  <a:srgbClr val="277DC3"/>
                </a:solidFill>
                <a:latin typeface="Microsoft YaHei"/>
                <a:ea typeface="Microsoft YaHei"/>
                <a:cs typeface="Microsoft YaHei"/>
              </a:rPr>
              <a:t>Advisory</a:t>
            </a:r>
          </a:p>
        </p:txBody>
      </p:sp>
      <p:sp>
        <p:nvSpPr>
          <p:cNvPr id="9" name="公告">
            <a:extLst xmlns:a="http://schemas.openxmlformats.org/drawingml/2006/main">
              <a:ext uri="{FF2B5EF4-FFF2-40B4-BE49-F238E27FC236}">
                <a16:creationId xmlns:a16="http://schemas.microsoft.com/office/drawing/2014/main" id="{F0F72572-A4D6-4527-9BFC-4F65A0016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885950"/>
            <a:ext cx="23431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575" b="0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ctr">
              <a:defRPr sz="1575" b="0">
                <a:solidFill>
                  <a:srgbClr val="233E54"/>
                </a:solidFill>
              </a:defRPr>
            </a:pPr>
            <a:r>
              <a:rPr sz="1575" b="0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公告</a:t>
            </a:r>
          </a:p>
        </p:txBody>
      </p:sp>
      <p:sp>
        <p:nvSpPr>
          <p:cNvPr id="10" name="boundary">
            <a:extLst xmlns:a="http://schemas.openxmlformats.org/drawingml/2006/main">
              <a:ext uri="{FF2B5EF4-FFF2-40B4-BE49-F238E27FC236}">
                <a16:creationId xmlns:a16="http://schemas.microsoft.com/office/drawing/2014/main" id="{C74EBC97-036C-47BC-9DFB-5E14BB305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67075"/>
            <a:ext cx="257175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EAF4FC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</p:sp>
      <p:sp>
        <p:nvSpPr>
          <p:cNvPr id="11" name="CWE">
            <a:extLst xmlns:a="http://schemas.openxmlformats.org/drawingml/2006/main">
              <a:ext uri="{FF2B5EF4-FFF2-40B4-BE49-F238E27FC236}">
                <a16:creationId xmlns:a16="http://schemas.microsoft.com/office/drawing/2014/main" id="{FD810702-D3EB-4DC0-94D9-4849EFF3C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362325"/>
            <a:ext cx="238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875" b="1">
                <a:solidFill>
                  <a:srgbClr val="277DC3"/>
                </a:solidFill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277DC3"/>
                </a:solidFill>
              </a:defRPr>
            </a:pPr>
            <a:r>
              <a:rPr sz="1875" b="1">
                <a:solidFill>
                  <a:srgbClr val="277DC3"/>
                </a:solidFill>
                <a:latin typeface="Microsoft YaHei"/>
                <a:ea typeface="Microsoft YaHei"/>
                <a:cs typeface="Microsoft YaHei"/>
              </a:rPr>
              <a:t>CWE</a:t>
            </a:r>
          </a:p>
        </p:txBody>
      </p:sp>
      <p:sp>
        <p:nvSpPr>
          <p:cNvPr id="12" name="弱点分类">
            <a:extLst xmlns:a="http://schemas.openxmlformats.org/drawingml/2006/main">
              <a:ext uri="{FF2B5EF4-FFF2-40B4-BE49-F238E27FC236}">
                <a16:creationId xmlns:a16="http://schemas.microsoft.com/office/drawing/2014/main" id="{40C83681-8340-4912-99E5-493D6DC50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790950"/>
            <a:ext cx="23431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575" b="0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ctr">
              <a:defRPr sz="1575" b="0">
                <a:solidFill>
                  <a:srgbClr val="233E54"/>
                </a:solidFill>
              </a:defRPr>
            </a:pPr>
            <a:r>
              <a:rPr sz="1575" b="0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弱点分类</a:t>
            </a:r>
          </a:p>
        </p:txBody>
      </p:sp>
      <p:sp>
        <p:nvSpPr>
          <p:cNvPr id="13" name="boundary">
            <a:extLst xmlns:a="http://schemas.openxmlformats.org/drawingml/2006/main">
              <a:ext uri="{FF2B5EF4-FFF2-40B4-BE49-F238E27FC236}">
                <a16:creationId xmlns:a16="http://schemas.microsoft.com/office/drawing/2014/main" id="{DD9C36E1-6BE2-4A22-A069-816384761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334000"/>
            <a:ext cx="257175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EAF4FC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</p:sp>
      <p:sp>
        <p:nvSpPr>
          <p:cNvPr id="14" name="PocRef">
            <a:extLst xmlns:a="http://schemas.openxmlformats.org/drawingml/2006/main">
              <a:ext uri="{FF2B5EF4-FFF2-40B4-BE49-F238E27FC236}">
                <a16:creationId xmlns:a16="http://schemas.microsoft.com/office/drawing/2014/main" id="{6C552EF7-56E9-44D9-BA01-85D2C25BF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429250"/>
            <a:ext cx="238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875" b="1">
                <a:solidFill>
                  <a:srgbClr val="277DC3"/>
                </a:solidFill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277DC3"/>
                </a:solidFill>
              </a:defRPr>
            </a:pPr>
            <a:r>
              <a:rPr sz="1875" b="1">
                <a:solidFill>
                  <a:srgbClr val="277DC3"/>
                </a:solidFill>
                <a:latin typeface="Microsoft YaHei"/>
                <a:ea typeface="Microsoft YaHei"/>
                <a:cs typeface="Microsoft YaHei"/>
              </a:rPr>
              <a:t>PocRef</a:t>
            </a:r>
          </a:p>
        </p:txBody>
      </p:sp>
      <p:sp>
        <p:nvSpPr>
          <p:cNvPr id="15" name="公开 PoC 引用">
            <a:extLst xmlns:a="http://schemas.openxmlformats.org/drawingml/2006/main">
              <a:ext uri="{FF2B5EF4-FFF2-40B4-BE49-F238E27FC236}">
                <a16:creationId xmlns:a16="http://schemas.microsoft.com/office/drawing/2014/main" id="{24521886-EBBF-4A3D-8DF5-785061383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857875"/>
            <a:ext cx="23431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575" b="0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ctr">
              <a:defRPr sz="1575" b="0">
                <a:solidFill>
                  <a:srgbClr val="233E54"/>
                </a:solidFill>
              </a:defRPr>
            </a:pPr>
            <a:r>
              <a:rPr sz="1575" b="0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公开 PoC 引用</a:t>
            </a:r>
          </a:p>
        </p:txBody>
      </p:sp>
      <p:sp>
        <p:nvSpPr>
          <p:cNvPr id="16" name="boundary">
            <a:extLst xmlns:a="http://schemas.openxmlformats.org/drawingml/2006/main">
              <a:ext uri="{FF2B5EF4-FFF2-40B4-BE49-F238E27FC236}">
                <a16:creationId xmlns:a16="http://schemas.microsoft.com/office/drawing/2014/main" id="{9C25B37B-7523-45FB-B220-297D82BD3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1362075"/>
            <a:ext cx="257175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EAF4FC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</p:sp>
      <p:sp>
        <p:nvSpPr>
          <p:cNvPr id="17" name="Component">
            <a:extLst xmlns:a="http://schemas.openxmlformats.org/drawingml/2006/main">
              <a:ext uri="{FF2B5EF4-FFF2-40B4-BE49-F238E27FC236}">
                <a16:creationId xmlns:a16="http://schemas.microsoft.com/office/drawing/2014/main" id="{24A88BDE-A5AC-4E06-B71D-25705F195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8675" y="1457325"/>
            <a:ext cx="238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875" b="1">
                <a:solidFill>
                  <a:srgbClr val="277DC3"/>
                </a:solidFill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277DC3"/>
                </a:solidFill>
              </a:defRPr>
            </a:pPr>
            <a:r>
              <a:rPr sz="1875" b="1">
                <a:solidFill>
                  <a:srgbClr val="277DC3"/>
                </a:solidFill>
                <a:latin typeface="Microsoft YaHei"/>
                <a:ea typeface="Microsoft YaHei"/>
                <a:cs typeface="Microsoft YaHei"/>
              </a:rPr>
              <a:t>Component</a:t>
            </a:r>
          </a:p>
        </p:txBody>
      </p:sp>
      <p:sp>
        <p:nvSpPr>
          <p:cNvPr id="18" name="受影响组件">
            <a:extLst xmlns:a="http://schemas.openxmlformats.org/drawingml/2006/main">
              <a:ext uri="{FF2B5EF4-FFF2-40B4-BE49-F238E27FC236}">
                <a16:creationId xmlns:a16="http://schemas.microsoft.com/office/drawing/2014/main" id="{4AE9FC8C-14D7-4A7D-A11A-CADB9DFA7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1885950"/>
            <a:ext cx="23431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575" b="0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ctr">
              <a:defRPr sz="1575" b="0">
                <a:solidFill>
                  <a:srgbClr val="233E54"/>
                </a:solidFill>
              </a:defRPr>
            </a:pPr>
            <a:r>
              <a:rPr sz="1575" b="0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受影响组件</a:t>
            </a:r>
          </a:p>
        </p:txBody>
      </p:sp>
      <p:sp>
        <p:nvSpPr>
          <p:cNvPr id="19" name="Version  区间 / fixed">
            <a:extLst xmlns:a="http://schemas.openxmlformats.org/drawingml/2006/main">
              <a:ext uri="{FF2B5EF4-FFF2-40B4-BE49-F238E27FC236}">
                <a16:creationId xmlns:a16="http://schemas.microsoft.com/office/drawing/2014/main" id="{3115C0E6-6721-4494-A754-305755B2E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2552700"/>
            <a:ext cx="2571750" cy="523875"/>
          </a:xfrm>
          <a:prstGeom xmlns:a="http://schemas.openxmlformats.org/drawingml/2006/main" prst="roundRect">
            <a:avLst>
              <a:gd name="adj" fmla="val 21818"/>
            </a:avLst>
          </a:prstGeom>
          <a:solidFill xmlns:a="http://schemas.openxmlformats.org/drawingml/2006/main">
            <a:srgbClr val="EAF4FC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575" b="0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ctr">
              <a:defRPr sz="1575" b="0">
                <a:solidFill>
                  <a:srgbClr val="233E54"/>
                </a:solidFill>
              </a:defRPr>
            </a:pPr>
            <a:r>
              <a:rPr sz="1575" b="0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Version  区间 / fixed</a:t>
            </a:r>
          </a:p>
        </p:txBody>
      </p:sp>
      <p:sp>
        <p:nvSpPr>
          <p:cNvPr id="20" name="boundary">
            <a:extLst xmlns:a="http://schemas.openxmlformats.org/drawingml/2006/main">
              <a:ext uri="{FF2B5EF4-FFF2-40B4-BE49-F238E27FC236}">
                <a16:creationId xmlns:a16="http://schemas.microsoft.com/office/drawing/2014/main" id="{BA4B3127-48A5-46E8-858D-FB90862F3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3476625"/>
            <a:ext cx="257175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E5F0DA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</p:sp>
      <p:sp>
        <p:nvSpPr>
          <p:cNvPr id="21" name="AtlasTechnique">
            <a:extLst xmlns:a="http://schemas.openxmlformats.org/drawingml/2006/main">
              <a:ext uri="{FF2B5EF4-FFF2-40B4-BE49-F238E27FC236}">
                <a16:creationId xmlns:a16="http://schemas.microsoft.com/office/drawing/2014/main" id="{409A7F08-6DFF-4316-B6F4-1933243C3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8675" y="3571875"/>
            <a:ext cx="238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725" b="1">
                <a:solidFill>
                  <a:srgbClr val="547D45"/>
                </a:solidFill>
              </a:defRPr>
            </a:defPPr>
          </a:lstStyle>
          <a:p xmlns:a="http://schemas.openxmlformats.org/drawingml/2006/main">
            <a:pPr algn="ctr">
              <a:defRPr sz="1725" b="1">
                <a:solidFill>
                  <a:srgbClr val="547D45"/>
                </a:solidFill>
              </a:defRPr>
            </a:pPr>
            <a:r>
              <a:rPr sz="1725" b="1">
                <a:solidFill>
                  <a:srgbClr val="547D45"/>
                </a:solidFill>
                <a:latin typeface="Microsoft YaHei"/>
                <a:ea typeface="Microsoft YaHei"/>
                <a:cs typeface="Microsoft YaHei"/>
              </a:rPr>
              <a:t>AtlasTechnique</a:t>
            </a:r>
          </a:p>
        </p:txBody>
      </p:sp>
      <p:sp>
        <p:nvSpPr>
          <p:cNvPr id="22" name="攻击技术">
            <a:extLst xmlns:a="http://schemas.openxmlformats.org/drawingml/2006/main">
              <a:ext uri="{FF2B5EF4-FFF2-40B4-BE49-F238E27FC236}">
                <a16:creationId xmlns:a16="http://schemas.microsoft.com/office/drawing/2014/main" id="{B8B4DFF6-382B-40CB-8DE9-B0C367DDE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4000500"/>
            <a:ext cx="23431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575" b="0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ctr">
              <a:defRPr sz="1575" b="0">
                <a:solidFill>
                  <a:srgbClr val="233E54"/>
                </a:solidFill>
              </a:defRPr>
            </a:pPr>
            <a:r>
              <a:rPr sz="1575" b="0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攻击技术</a:t>
            </a:r>
          </a:p>
        </p:txBody>
      </p:sp>
      <p:sp>
        <p:nvSpPr>
          <p:cNvPr id="23" name="Paper">
            <a:extLst xmlns:a="http://schemas.openxmlformats.org/drawingml/2006/main">
              <a:ext uri="{FF2B5EF4-FFF2-40B4-BE49-F238E27FC236}">
                <a16:creationId xmlns:a16="http://schemas.microsoft.com/office/drawing/2014/main" id="{933AF20B-1B73-4A8A-A33E-44E6E4367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5448300"/>
            <a:ext cx="1219200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E5F0DA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725" b="1">
                <a:solidFill>
                  <a:srgbClr val="547D45"/>
                </a:solidFill>
              </a:defRPr>
            </a:defPPr>
          </a:lstStyle>
          <a:p xmlns:a="http://schemas.openxmlformats.org/drawingml/2006/main">
            <a:pPr algn="ctr">
              <a:defRPr sz="1725" b="1">
                <a:solidFill>
                  <a:srgbClr val="547D45"/>
                </a:solidFill>
              </a:defRPr>
            </a:pPr>
            <a:r>
              <a:rPr sz="1725" b="1">
                <a:solidFill>
                  <a:srgbClr val="547D45"/>
                </a:solidFill>
                <a:latin typeface="Microsoft YaHei"/>
                <a:ea typeface="Microsoft YaHei"/>
                <a:cs typeface="Microsoft YaHei"/>
              </a:rPr>
              <a:t>Paper</a:t>
            </a:r>
          </a:p>
        </p:txBody>
      </p:sp>
      <p:sp>
        <p:nvSpPr>
          <p:cNvPr id="24" name="Article">
            <a:extLst xmlns:a="http://schemas.openxmlformats.org/drawingml/2006/main">
              <a:ext uri="{FF2B5EF4-FFF2-40B4-BE49-F238E27FC236}">
                <a16:creationId xmlns:a16="http://schemas.microsoft.com/office/drawing/2014/main" id="{1C09383E-A3B2-4DDF-A6CD-F655C084F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5448300"/>
            <a:ext cx="1209675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E5F0DA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725" b="1">
                <a:solidFill>
                  <a:srgbClr val="547D45"/>
                </a:solidFill>
              </a:defRPr>
            </a:defPPr>
          </a:lstStyle>
          <a:p xmlns:a="http://schemas.openxmlformats.org/drawingml/2006/main">
            <a:pPr algn="ctr">
              <a:defRPr sz="1725" b="1">
                <a:solidFill>
                  <a:srgbClr val="547D45"/>
                </a:solidFill>
              </a:defRPr>
            </a:pPr>
            <a:r>
              <a:rPr sz="1725" b="1">
                <a:solidFill>
                  <a:srgbClr val="547D45"/>
                </a:solidFill>
                <a:latin typeface="Microsoft YaHei"/>
                <a:ea typeface="Microsoft YaHei"/>
                <a:cs typeface="Microsoft YaHei"/>
              </a:rPr>
              <a:t>Article</a:t>
            </a:r>
          </a:p>
        </p:txBody>
      </p:sp>
      <p:sp>
        <p:nvSpPr>
          <p:cNvPr id="25" name="RiskCategory">
            <a:extLst xmlns:a="http://schemas.openxmlformats.org/drawingml/2006/main">
              <a:ext uri="{FF2B5EF4-FFF2-40B4-BE49-F238E27FC236}">
                <a16:creationId xmlns:a16="http://schemas.microsoft.com/office/drawing/2014/main" id="{B8C98935-C27F-4890-923F-ABEB16EBD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0525" y="5314950"/>
            <a:ext cx="3028950" cy="581025"/>
          </a:xfrm>
          <a:prstGeom xmlns:a="http://schemas.openxmlformats.org/drawingml/2006/main" prst="roundRect">
            <a:avLst>
              <a:gd name="adj" fmla="val 19672"/>
            </a:avLst>
          </a:prstGeom>
          <a:solidFill xmlns:a="http://schemas.openxmlformats.org/drawingml/2006/main">
            <a:srgbClr val="FFF1CB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875" b="1">
                <a:solidFill>
                  <a:srgbClr val="A67A20"/>
                </a:solidFill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A67A20"/>
                </a:solidFill>
              </a:defRPr>
            </a:pPr>
            <a:r>
              <a:rPr sz="1875" b="1">
                <a:solidFill>
                  <a:srgbClr val="A67A20"/>
                </a:solidFill>
                <a:latin typeface="Microsoft YaHei"/>
                <a:ea typeface="Microsoft YaHei"/>
                <a:cs typeface="Microsoft YaHei"/>
              </a:rPr>
              <a:t>RiskCategory</a:t>
            </a:r>
          </a:p>
        </p:txBody>
      </p:sp>
      <p:sp>
        <p:nvSpPr>
          <p:cNvPr id="26" name="Regulation">
            <a:extLst xmlns:a="http://schemas.openxmlformats.org/drawingml/2006/main">
              <a:ext uri="{FF2B5EF4-FFF2-40B4-BE49-F238E27FC236}">
                <a16:creationId xmlns:a16="http://schemas.microsoft.com/office/drawing/2014/main" id="{9E5935A8-30D8-40AE-B8D3-37F69E5B1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0525" y="6619875"/>
            <a:ext cx="3028950" cy="581025"/>
          </a:xfrm>
          <a:prstGeom xmlns:a="http://schemas.openxmlformats.org/drawingml/2006/main" prst="roundRect">
            <a:avLst>
              <a:gd name="adj" fmla="val 19672"/>
            </a:avLst>
          </a:prstGeom>
          <a:solidFill xmlns:a="http://schemas.openxmlformats.org/drawingml/2006/main">
            <a:srgbClr val="FFF1CB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875" b="1">
                <a:solidFill>
                  <a:srgbClr val="A67A20"/>
                </a:solidFill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A67A20"/>
                </a:solidFill>
              </a:defRPr>
            </a:pPr>
            <a:r>
              <a:rPr sz="1875" b="1">
                <a:solidFill>
                  <a:srgbClr val="A67A20"/>
                </a:solidFill>
                <a:latin typeface="Microsoft YaHei"/>
                <a:ea typeface="Microsoft YaHei"/>
                <a:cs typeface="Microsoft YaHei"/>
              </a:rPr>
              <a:t>Regulation</a:t>
            </a:r>
          </a:p>
        </p:txBody>
      </p:sp>
      <p:sp>
        <p:nvSpPr>
          <p:cNvPr id="27" name="boundary">
            <a:extLst xmlns:a="http://schemas.openxmlformats.org/drawingml/2006/main">
              <a:ext uri="{FF2B5EF4-FFF2-40B4-BE49-F238E27FC236}">
                <a16:creationId xmlns:a16="http://schemas.microsoft.com/office/drawing/2014/main" id="{C52D82C3-2587-476D-BE84-B784256DC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18383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8" name="boundary">
            <a:extLst xmlns:a="http://schemas.openxmlformats.org/drawingml/2006/main">
              <a:ext uri="{FF2B5EF4-FFF2-40B4-BE49-F238E27FC236}">
                <a16:creationId xmlns:a16="http://schemas.microsoft.com/office/drawing/2014/main" id="{5617AB28-1A5F-4104-8121-2BB574800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18383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30" name="boundary">
            <a:extLst xmlns:a="http://schemas.openxmlformats.org/drawingml/2006/main">
              <a:ext uri="{FF2B5EF4-FFF2-40B4-BE49-F238E27FC236}">
                <a16:creationId xmlns:a16="http://schemas.microsoft.com/office/drawing/2014/main" id="{BD11A4CD-8213-4B0E-8E76-6ACF0A6FB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18383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31" name="boundary">
            <a:extLst xmlns:a="http://schemas.openxmlformats.org/drawingml/2006/main">
              <a:ext uri="{FF2B5EF4-FFF2-40B4-BE49-F238E27FC236}">
                <a16:creationId xmlns:a16="http://schemas.microsoft.com/office/drawing/2014/main" id="{21B1C1AA-8667-4B29-BBEA-C739E3FA0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3337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33" name="boundary">
            <a:extLst xmlns:a="http://schemas.openxmlformats.org/drawingml/2006/main">
              <a:ext uri="{FF2B5EF4-FFF2-40B4-BE49-F238E27FC236}">
                <a16:creationId xmlns:a16="http://schemas.microsoft.com/office/drawing/2014/main" id="{1A401AF9-2786-4C73-B125-DFC642ADF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3337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34" name="boundary">
            <a:extLst xmlns:a="http://schemas.openxmlformats.org/drawingml/2006/main">
              <a:ext uri="{FF2B5EF4-FFF2-40B4-BE49-F238E27FC236}">
                <a16:creationId xmlns:a16="http://schemas.microsoft.com/office/drawing/2014/main" id="{6AE0D382-986E-4C82-B96E-27A36EA20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1475" y="33337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36" name="DESCRIBES">
            <a:extLst xmlns:a="http://schemas.openxmlformats.org/drawingml/2006/main">
              <a:ext uri="{FF2B5EF4-FFF2-40B4-BE49-F238E27FC236}">
                <a16:creationId xmlns:a16="http://schemas.microsoft.com/office/drawing/2014/main" id="{C9141FC1-7BA2-4181-8D29-7E97E5C2A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6575" y="2505075"/>
            <a:ext cx="142875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275" b="0">
                <a:solidFill>
                  <a:srgbClr val="277DC3"/>
                </a:solidFill>
              </a:defRPr>
            </a:defPPr>
          </a:lstStyle>
          <a:p xmlns:a="http://schemas.openxmlformats.org/drawingml/2006/main">
            <a:pPr algn="ctr">
              <a:defRPr sz="1275" b="0">
                <a:solidFill>
                  <a:srgbClr val="277DC3"/>
                </a:solidFill>
              </a:defRPr>
            </a:pPr>
            <a:r>
              <a:rPr sz="1275" b="0">
                <a:solidFill>
                  <a:srgbClr val="277DC3"/>
                </a:solidFill>
                <a:latin typeface="Microsoft YaHei"/>
                <a:ea typeface="Microsoft YaHei"/>
                <a:cs typeface="Microsoft YaHei"/>
              </a:rPr>
              <a:t>DESCRIBES</a:t>
            </a:r>
          </a:p>
        </p:txBody>
      </p:sp>
      <p:sp>
        <p:nvSpPr>
          <p:cNvPr id="38" name="HAS_CWE">
            <a:extLst xmlns:a="http://schemas.openxmlformats.org/drawingml/2006/main">
              <a:ext uri="{FF2B5EF4-FFF2-40B4-BE49-F238E27FC236}">
                <a16:creationId xmlns:a16="http://schemas.microsoft.com/office/drawing/2014/main" id="{2FE3E32F-0396-4D40-AB5D-F8FE05860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419475"/>
            <a:ext cx="12382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125" b="0">
                <a:solidFill>
                  <a:srgbClr val="277DC3"/>
                </a:solidFill>
              </a:defRPr>
            </a:defPPr>
          </a:lstStyle>
          <a:p xmlns:a="http://schemas.openxmlformats.org/drawingml/2006/main">
            <a:pPr algn="ctr">
              <a:defRPr sz="1125" b="0">
                <a:solidFill>
                  <a:srgbClr val="277DC3"/>
                </a:solidFill>
              </a:defRPr>
            </a:pPr>
            <a:r>
              <a:rPr sz="1125" b="0">
                <a:solidFill>
                  <a:srgbClr val="277DC3"/>
                </a:solidFill>
                <a:latin typeface="Microsoft YaHei"/>
                <a:ea typeface="Microsoft YaHei"/>
                <a:cs typeface="Microsoft YaHei"/>
              </a:rPr>
              <a:t>HAS_CWE</a:t>
            </a:r>
          </a:p>
        </p:txBody>
      </p:sp>
      <p:sp>
        <p:nvSpPr>
          <p:cNvPr id="39" name="boundary">
            <a:extLst xmlns:a="http://schemas.openxmlformats.org/drawingml/2006/main">
              <a:ext uri="{FF2B5EF4-FFF2-40B4-BE49-F238E27FC236}">
                <a16:creationId xmlns:a16="http://schemas.microsoft.com/office/drawing/2014/main" id="{7FA04CE8-D374-4827-93C4-C7381E819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1475" y="40576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40" name="boundary">
            <a:extLst xmlns:a="http://schemas.openxmlformats.org/drawingml/2006/main">
              <a:ext uri="{FF2B5EF4-FFF2-40B4-BE49-F238E27FC236}">
                <a16:creationId xmlns:a16="http://schemas.microsoft.com/office/drawing/2014/main" id="{99BF8E26-5959-481F-AB4A-32C0BB237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40576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42" name="boundary">
            <a:extLst xmlns:a="http://schemas.openxmlformats.org/drawingml/2006/main">
              <a:ext uri="{FF2B5EF4-FFF2-40B4-BE49-F238E27FC236}">
                <a16:creationId xmlns:a16="http://schemas.microsoft.com/office/drawing/2014/main" id="{48A83BAC-8CC4-4C97-A654-DB7E4F3AA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40576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43" name="boundary">
            <a:extLst xmlns:a="http://schemas.openxmlformats.org/drawingml/2006/main">
              <a:ext uri="{FF2B5EF4-FFF2-40B4-BE49-F238E27FC236}">
                <a16:creationId xmlns:a16="http://schemas.microsoft.com/office/drawing/2014/main" id="{5AC1EAF9-CEAF-4C4A-9324-7AAE0A06A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58102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45" name="boundary">
            <a:extLst xmlns:a="http://schemas.openxmlformats.org/drawingml/2006/main">
              <a:ext uri="{FF2B5EF4-FFF2-40B4-BE49-F238E27FC236}">
                <a16:creationId xmlns:a16="http://schemas.microsoft.com/office/drawing/2014/main" id="{9979A74E-C411-4384-AF5E-572437FFD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58102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46" name="boundary">
            <a:extLst xmlns:a="http://schemas.openxmlformats.org/drawingml/2006/main">
              <a:ext uri="{FF2B5EF4-FFF2-40B4-BE49-F238E27FC236}">
                <a16:creationId xmlns:a16="http://schemas.microsoft.com/office/drawing/2014/main" id="{40B32509-0890-4DA5-8F1C-7517E8B20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58102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48" name="HAS_POC_REF">
            <a:extLst xmlns:a="http://schemas.openxmlformats.org/drawingml/2006/main">
              <a:ext uri="{FF2B5EF4-FFF2-40B4-BE49-F238E27FC236}">
                <a16:creationId xmlns:a16="http://schemas.microsoft.com/office/drawing/2014/main" id="{69F2F0AB-FDBC-4977-86E6-75766AA2B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953000"/>
            <a:ext cx="180975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275" b="0">
                <a:solidFill>
                  <a:srgbClr val="277DC3"/>
                </a:solidFill>
              </a:defRPr>
            </a:defPPr>
          </a:lstStyle>
          <a:p xmlns:a="http://schemas.openxmlformats.org/drawingml/2006/main">
            <a:pPr algn="ctr">
              <a:defRPr sz="1275" b="0">
                <a:solidFill>
                  <a:srgbClr val="277DC3"/>
                </a:solidFill>
              </a:defRPr>
            </a:pPr>
            <a:r>
              <a:rPr sz="1275" b="0">
                <a:solidFill>
                  <a:srgbClr val="277DC3"/>
                </a:solidFill>
                <a:latin typeface="Microsoft YaHei"/>
                <a:ea typeface="Microsoft YaHei"/>
                <a:cs typeface="Microsoft YaHei"/>
              </a:rPr>
              <a:t>HAS_POC_REF</a:t>
            </a:r>
          </a:p>
        </p:txBody>
      </p:sp>
      <p:sp>
        <p:nvSpPr>
          <p:cNvPr id="49" name="boundary">
            <a:extLst xmlns:a="http://schemas.openxmlformats.org/drawingml/2006/main">
              <a:ext uri="{FF2B5EF4-FFF2-40B4-BE49-F238E27FC236}">
                <a16:creationId xmlns:a16="http://schemas.microsoft.com/office/drawing/2014/main" id="{7D383168-B12B-4D1C-8D0A-6DF29B6BB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33337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50" name="boundary">
            <a:extLst xmlns:a="http://schemas.openxmlformats.org/drawingml/2006/main">
              <a:ext uri="{FF2B5EF4-FFF2-40B4-BE49-F238E27FC236}">
                <a16:creationId xmlns:a16="http://schemas.microsoft.com/office/drawing/2014/main" id="{D671F141-5B6C-49A9-81B9-079941D2B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33337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52" name="boundary">
            <a:extLst xmlns:a="http://schemas.openxmlformats.org/drawingml/2006/main">
              <a:ext uri="{FF2B5EF4-FFF2-40B4-BE49-F238E27FC236}">
                <a16:creationId xmlns:a16="http://schemas.microsoft.com/office/drawing/2014/main" id="{4D2B500E-9E23-4B06-8B43-0C7B93237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33337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53" name="boundary">
            <a:extLst xmlns:a="http://schemas.openxmlformats.org/drawingml/2006/main">
              <a:ext uri="{FF2B5EF4-FFF2-40B4-BE49-F238E27FC236}">
                <a16:creationId xmlns:a16="http://schemas.microsoft.com/office/drawing/2014/main" id="{48CEF92F-6548-4952-B5E3-02C469640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18383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55" name="boundary">
            <a:extLst xmlns:a="http://schemas.openxmlformats.org/drawingml/2006/main">
              <a:ext uri="{FF2B5EF4-FFF2-40B4-BE49-F238E27FC236}">
                <a16:creationId xmlns:a16="http://schemas.microsoft.com/office/drawing/2014/main" id="{D0769319-0E38-4945-ABE5-37599DBD5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18383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56" name="boundary">
            <a:extLst xmlns:a="http://schemas.openxmlformats.org/drawingml/2006/main">
              <a:ext uri="{FF2B5EF4-FFF2-40B4-BE49-F238E27FC236}">
                <a16:creationId xmlns:a16="http://schemas.microsoft.com/office/drawing/2014/main" id="{B82D99BD-5CD2-4C18-8C94-1F6B37F3B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18383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58" name="AFFECTS">
            <a:extLst xmlns:a="http://schemas.openxmlformats.org/drawingml/2006/main">
              <a:ext uri="{FF2B5EF4-FFF2-40B4-BE49-F238E27FC236}">
                <a16:creationId xmlns:a16="http://schemas.microsoft.com/office/drawing/2014/main" id="{277C2315-1A4C-49ED-B0BB-9F9661B5D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457450"/>
            <a:ext cx="122872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350" b="0">
                <a:solidFill>
                  <a:srgbClr val="277DC3"/>
                </a:solidFill>
              </a:defRPr>
            </a:defPPr>
          </a:lstStyle>
          <a:p xmlns:a="http://schemas.openxmlformats.org/drawingml/2006/main">
            <a:pPr algn="ctr">
              <a:defRPr sz="1350" b="0">
                <a:solidFill>
                  <a:srgbClr val="277DC3"/>
                </a:solidFill>
              </a:defRPr>
            </a:pPr>
            <a:r>
              <a:rPr sz="1350" b="0">
                <a:solidFill>
                  <a:srgbClr val="277DC3"/>
                </a:solidFill>
                <a:latin typeface="Microsoft YaHei"/>
                <a:ea typeface="Microsoft YaHei"/>
                <a:cs typeface="Microsoft YaHei"/>
              </a:rPr>
              <a:t>AFFECTS</a:t>
            </a:r>
          </a:p>
        </p:txBody>
      </p:sp>
      <p:sp>
        <p:nvSpPr>
          <p:cNvPr id="59" name="boundary">
            <a:extLst xmlns:a="http://schemas.openxmlformats.org/drawingml/2006/main">
              <a:ext uri="{FF2B5EF4-FFF2-40B4-BE49-F238E27FC236}">
                <a16:creationId xmlns:a16="http://schemas.microsoft.com/office/drawing/2014/main" id="{C26C24DE-11C1-45DC-8085-90E80881D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3145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60" name="boundary">
            <a:extLst xmlns:a="http://schemas.openxmlformats.org/drawingml/2006/main">
              <a:ext uri="{FF2B5EF4-FFF2-40B4-BE49-F238E27FC236}">
                <a16:creationId xmlns:a16="http://schemas.microsoft.com/office/drawing/2014/main" id="{D6460D1F-9FE8-4C73-9F51-9C6FF074B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5527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62" name="boundary">
            <a:extLst xmlns:a="http://schemas.openxmlformats.org/drawingml/2006/main">
              <a:ext uri="{FF2B5EF4-FFF2-40B4-BE49-F238E27FC236}">
                <a16:creationId xmlns:a16="http://schemas.microsoft.com/office/drawing/2014/main" id="{9954397F-B779-4839-8FC4-1DF0956C4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37052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63" name="boundary">
            <a:extLst xmlns:a="http://schemas.openxmlformats.org/drawingml/2006/main">
              <a:ext uri="{FF2B5EF4-FFF2-40B4-BE49-F238E27FC236}">
                <a16:creationId xmlns:a16="http://schemas.microsoft.com/office/drawing/2014/main" id="{669782FE-A3F8-4CAA-AEB4-8F4FAE854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2425" y="37052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65" name="boundary">
            <a:extLst xmlns:a="http://schemas.openxmlformats.org/drawingml/2006/main">
              <a:ext uri="{FF2B5EF4-FFF2-40B4-BE49-F238E27FC236}">
                <a16:creationId xmlns:a16="http://schemas.microsoft.com/office/drawing/2014/main" id="{921CA043-2CD7-488C-9363-ADC2C6082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2425" y="37052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66" name="boundary">
            <a:extLst xmlns:a="http://schemas.openxmlformats.org/drawingml/2006/main">
              <a:ext uri="{FF2B5EF4-FFF2-40B4-BE49-F238E27FC236}">
                <a16:creationId xmlns:a16="http://schemas.microsoft.com/office/drawing/2014/main" id="{B3C80770-18A1-44E9-8285-58B6E8CF9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2425" y="39528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68" name="boundary">
            <a:extLst xmlns:a="http://schemas.openxmlformats.org/drawingml/2006/main">
              <a:ext uri="{FF2B5EF4-FFF2-40B4-BE49-F238E27FC236}">
                <a16:creationId xmlns:a16="http://schemas.microsoft.com/office/drawing/2014/main" id="{FF6677DD-F359-432D-93FC-3F800388F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2425" y="39528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69" name="boundary">
            <a:extLst xmlns:a="http://schemas.openxmlformats.org/drawingml/2006/main">
              <a:ext uri="{FF2B5EF4-FFF2-40B4-BE49-F238E27FC236}">
                <a16:creationId xmlns:a16="http://schemas.microsoft.com/office/drawing/2014/main" id="{1A5922C5-9CEE-40A6-8A31-683D8F263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39528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71" name="MAPS_TO">
            <a:extLst xmlns:a="http://schemas.openxmlformats.org/drawingml/2006/main">
              <a:ext uri="{FF2B5EF4-FFF2-40B4-BE49-F238E27FC236}">
                <a16:creationId xmlns:a16="http://schemas.microsoft.com/office/drawing/2014/main" id="{73D99848-25E5-4FD5-9684-8689413AF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3419475"/>
            <a:ext cx="1047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050" b="0">
                <a:solidFill>
                  <a:srgbClr val="547D45"/>
                </a:solidFill>
              </a:defRPr>
            </a:defPPr>
          </a:lstStyle>
          <a:p xmlns:a="http://schemas.openxmlformats.org/drawingml/2006/main">
            <a:pPr algn="ctr">
              <a:defRPr sz="1050" b="0">
                <a:solidFill>
                  <a:srgbClr val="547D45"/>
                </a:solidFill>
              </a:defRPr>
            </a:pPr>
            <a:r>
              <a:rPr sz="1050" b="0">
                <a:solidFill>
                  <a:srgbClr val="547D45"/>
                </a:solidFill>
                <a:latin typeface="Microsoft YaHei"/>
                <a:ea typeface="Microsoft YaHei"/>
                <a:cs typeface="Microsoft YaHei"/>
              </a:rPr>
              <a:t>MAPS_TO</a:t>
            </a:r>
          </a:p>
        </p:txBody>
      </p:sp>
      <p:sp>
        <p:nvSpPr>
          <p:cNvPr id="72" name="boundary">
            <a:extLst xmlns:a="http://schemas.openxmlformats.org/drawingml/2006/main">
              <a:ext uri="{FF2B5EF4-FFF2-40B4-BE49-F238E27FC236}">
                <a16:creationId xmlns:a16="http://schemas.microsoft.com/office/drawing/2014/main" id="{22843CA1-6CF2-4412-A4F6-DEB763830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40576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73" name="boundary">
            <a:extLst xmlns:a="http://schemas.openxmlformats.org/drawingml/2006/main">
              <a:ext uri="{FF2B5EF4-FFF2-40B4-BE49-F238E27FC236}">
                <a16:creationId xmlns:a16="http://schemas.microsoft.com/office/drawing/2014/main" id="{AF3F167B-EDD0-45F9-BA5E-F15C5B1A2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0576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75" name="boundary">
            <a:extLst xmlns:a="http://schemas.openxmlformats.org/drawingml/2006/main">
              <a:ext uri="{FF2B5EF4-FFF2-40B4-BE49-F238E27FC236}">
                <a16:creationId xmlns:a16="http://schemas.microsoft.com/office/drawing/2014/main" id="{A3B57E7B-B41F-419D-867E-CC3D64F3A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0576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76" name="boundary">
            <a:extLst xmlns:a="http://schemas.openxmlformats.org/drawingml/2006/main">
              <a:ext uri="{FF2B5EF4-FFF2-40B4-BE49-F238E27FC236}">
                <a16:creationId xmlns:a16="http://schemas.microsoft.com/office/drawing/2014/main" id="{F1DADAB5-901D-4FE0-A73C-22B9EF80D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50577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78" name="boundary">
            <a:extLst xmlns:a="http://schemas.openxmlformats.org/drawingml/2006/main">
              <a:ext uri="{FF2B5EF4-FFF2-40B4-BE49-F238E27FC236}">
                <a16:creationId xmlns:a16="http://schemas.microsoft.com/office/drawing/2014/main" id="{FF304C5A-55E5-421E-81DA-F93FD9775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50577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79" name="boundary">
            <a:extLst xmlns:a="http://schemas.openxmlformats.org/drawingml/2006/main">
              <a:ext uri="{FF2B5EF4-FFF2-40B4-BE49-F238E27FC236}">
                <a16:creationId xmlns:a16="http://schemas.microsoft.com/office/drawing/2014/main" id="{82E70C55-7F05-46B5-B06E-538FEEFBE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50577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81" name="boundary">
            <a:extLst xmlns:a="http://schemas.openxmlformats.org/drawingml/2006/main">
              <a:ext uri="{FF2B5EF4-FFF2-40B4-BE49-F238E27FC236}">
                <a16:creationId xmlns:a16="http://schemas.microsoft.com/office/drawing/2014/main" id="{4CE3A453-305A-4F9F-A47B-0F1D4D8E6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3025" y="50577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82" name="boundary">
            <a:extLst xmlns:a="http://schemas.openxmlformats.org/drawingml/2006/main">
              <a:ext uri="{FF2B5EF4-FFF2-40B4-BE49-F238E27FC236}">
                <a16:creationId xmlns:a16="http://schemas.microsoft.com/office/drawing/2014/main" id="{EE136D8C-3FE3-4902-A5F8-AE033AF95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3025" y="54483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84" name="boundary">
            <a:extLst xmlns:a="http://schemas.openxmlformats.org/drawingml/2006/main">
              <a:ext uri="{FF2B5EF4-FFF2-40B4-BE49-F238E27FC236}">
                <a16:creationId xmlns:a16="http://schemas.microsoft.com/office/drawing/2014/main" id="{2ED7E55C-334F-498C-AB5D-4F62B34CB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50577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85" name="boundary">
            <a:extLst xmlns:a="http://schemas.openxmlformats.org/drawingml/2006/main">
              <a:ext uri="{FF2B5EF4-FFF2-40B4-BE49-F238E27FC236}">
                <a16:creationId xmlns:a16="http://schemas.microsoft.com/office/drawing/2014/main" id="{0146331F-ED08-4717-AA06-696751D65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54483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87" name="DISCUSSED_IN">
            <a:extLst xmlns:a="http://schemas.openxmlformats.org/drawingml/2006/main">
              <a:ext uri="{FF2B5EF4-FFF2-40B4-BE49-F238E27FC236}">
                <a16:creationId xmlns:a16="http://schemas.microsoft.com/office/drawing/2014/main" id="{E6603ADA-E1D2-4B5E-B344-2292ED86C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800600"/>
            <a:ext cx="233362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275" b="0">
                <a:solidFill>
                  <a:srgbClr val="547D45"/>
                </a:solidFill>
              </a:defRPr>
            </a:defPPr>
          </a:lstStyle>
          <a:p xmlns:a="http://schemas.openxmlformats.org/drawingml/2006/main">
            <a:pPr algn="ctr">
              <a:defRPr sz="1275" b="0">
                <a:solidFill>
                  <a:srgbClr val="547D45"/>
                </a:solidFill>
              </a:defRPr>
            </a:pPr>
            <a:r>
              <a:rPr sz="1275" b="0">
                <a:solidFill>
                  <a:srgbClr val="547D45"/>
                </a:solidFill>
                <a:latin typeface="Microsoft YaHei"/>
                <a:ea typeface="Microsoft YaHei"/>
                <a:cs typeface="Microsoft YaHei"/>
              </a:rPr>
              <a:t>DISCUSSED_IN</a:t>
            </a:r>
          </a:p>
        </p:txBody>
      </p:sp>
      <p:sp>
        <p:nvSpPr>
          <p:cNvPr id="89" name="IN_CATEGORY">
            <a:extLst xmlns:a="http://schemas.openxmlformats.org/drawingml/2006/main">
              <a:ext uri="{FF2B5EF4-FFF2-40B4-BE49-F238E27FC236}">
                <a16:creationId xmlns:a16="http://schemas.microsoft.com/office/drawing/2014/main" id="{B03DB0F3-E868-419E-9879-52E6ADF6A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4619625"/>
            <a:ext cx="22098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350" b="0">
                <a:solidFill>
                  <a:srgbClr val="A67A20"/>
                </a:solidFill>
              </a:defRPr>
            </a:defPPr>
          </a:lstStyle>
          <a:p xmlns:a="http://schemas.openxmlformats.org/drawingml/2006/main">
            <a:pPr algn="ctr">
              <a:defRPr sz="1350" b="0">
                <a:solidFill>
                  <a:srgbClr val="A67A20"/>
                </a:solidFill>
              </a:defRPr>
            </a:pPr>
            <a:r>
              <a:rPr sz="1350" b="0">
                <a:solidFill>
                  <a:srgbClr val="A67A20"/>
                </a:solidFill>
                <a:latin typeface="Microsoft YaHei"/>
                <a:ea typeface="Microsoft YaHei"/>
                <a:cs typeface="Microsoft YaHei"/>
              </a:rPr>
              <a:t>IN_CATEGORY</a:t>
            </a:r>
          </a:p>
        </p:txBody>
      </p:sp>
      <p:sp>
        <p:nvSpPr>
          <p:cNvPr id="91" name="GOVERNED_BY">
            <a:extLst xmlns:a="http://schemas.openxmlformats.org/drawingml/2006/main">
              <a:ext uri="{FF2B5EF4-FFF2-40B4-BE49-F238E27FC236}">
                <a16:creationId xmlns:a16="http://schemas.microsoft.com/office/drawing/2014/main" id="{09E9D61A-ACFA-4835-A83C-DED8BABC2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6096000"/>
            <a:ext cx="22860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350" b="0">
                <a:solidFill>
                  <a:srgbClr val="A67A20"/>
                </a:solidFill>
              </a:defRPr>
            </a:defPPr>
          </a:lstStyle>
          <a:p xmlns:a="http://schemas.openxmlformats.org/drawingml/2006/main">
            <a:pPr algn="ctr">
              <a:defRPr sz="1350" b="0">
                <a:solidFill>
                  <a:srgbClr val="A67A20"/>
                </a:solidFill>
              </a:defRPr>
            </a:pPr>
            <a:r>
              <a:rPr sz="1350" b="0">
                <a:solidFill>
                  <a:srgbClr val="A67A20"/>
                </a:solidFill>
                <a:latin typeface="Microsoft YaHei"/>
                <a:ea typeface="Microsoft YaHei"/>
                <a:cs typeface="Microsoft YaHei"/>
              </a:rPr>
              <a:t>GOVERNED_BY</a:t>
            </a:r>
          </a:p>
        </p:txBody>
      </p:sp>
      <p:sp>
        <p:nvSpPr>
          <p:cNvPr id="92" name="边属性：reason / confidence / method / created_by_agent">
            <a:extLst xmlns:a="http://schemas.openxmlformats.org/drawingml/2006/main">
              <a:ext uri="{FF2B5EF4-FFF2-40B4-BE49-F238E27FC236}">
                <a16:creationId xmlns:a16="http://schemas.microsoft.com/office/drawing/2014/main" id="{0FF826D6-09EC-4FF8-A61D-3BFDDCE74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7353300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350" b="0">
                <a:solidFill>
                  <a:srgbClr val="657D8E"/>
                </a:solidFill>
              </a:defRPr>
            </a:defPPr>
          </a:lstStyle>
          <a:p xmlns:a="http://schemas.openxmlformats.org/drawingml/2006/main">
            <a:pPr algn="ctr">
              <a:defRPr sz="1350" b="0">
                <a:solidFill>
                  <a:srgbClr val="657D8E"/>
                </a:solidFill>
              </a:defRPr>
            </a:pPr>
            <a:r>
              <a:rPr sz="1350" b="0">
                <a:solidFill>
                  <a:srgbClr val="657D8E"/>
                </a:solidFill>
                <a:latin typeface="Microsoft YaHei"/>
                <a:ea typeface="Microsoft YaHei"/>
                <a:cs typeface="Microsoft YaHei"/>
              </a:rPr>
              <a:t>边属性：reason / confidence / method / created_by_agent</a:t>
            </a:r>
          </a:p>
        </p:txBody>
      </p:sp>
    </p:spTree>
    <p:extLst>
      <p:ext uri="{BB962C8B-B14F-4D97-AF65-F5344CB8AC3E}">
        <p14:creationId xmlns:p14="http://schemas.microsoft.com/office/powerpoint/2010/main" val="1195824596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A38E3B5-6324-40D5-9B6C-F2A1174680D4}"/>
              </a:ext>
            </a:extLst>
          </p:cNvPr>
          <p:cNvCxnSpPr>
            <a:stCxn xmlns:a="http://schemas.openxmlformats.org/drawingml/2006/main" id="38" idx="3"/>
            <a:endCxn xmlns:a="http://schemas.openxmlformats.org/drawingml/2006/main" id="39" idx="1"/>
          </p:cNvCxnSpPr>
          <p:nvPr/>
        </p:nvCxnSpPr>
        <p:spPr>
          <a:xfrm xmlns:a="http://schemas.openxmlformats.org/drawingml/2006/main" flipH="1">
            <a:off x="5715000" y="5944077"/>
            <a:ext cx="2858453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AB554B"/>
            </a:solidFill>
            <a:prstDash val="solid"/>
          </a:ln>
        </p:spPr>
      </p:cxnSp>
      <p:cxnSp>
        <p:nvCxn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48704F9-DB3F-4F82-854B-4B430030A50A}"/>
              </a:ext>
            </a:extLst>
          </p:cNvPr>
          <p:cNvCxnSpPr>
            <a:stCxn xmlns:a="http://schemas.openxmlformats.org/drawingml/2006/main" id="35" idx="3"/>
            <a:endCxn xmlns:a="http://schemas.openxmlformats.org/drawingml/2006/main" id="36" idx="1"/>
          </p:cNvCxnSpPr>
          <p:nvPr/>
        </p:nvCxnSpPr>
        <p:spPr>
          <a:xfrm xmlns:a="http://schemas.openxmlformats.org/drawingml/2006/main" flipH="1">
            <a:off x="8572500" y="5639277"/>
            <a:ext cx="953" cy="30480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AB554B"/>
            </a:solidFill>
            <a:prstDash val="solid"/>
          </a:ln>
        </p:spPr>
      </p:cxnSp>
      <p:cxnSp>
        <p:nvCxn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84C97A5-64F4-4526-9480-C16DEB06F1EC}"/>
              </a:ext>
            </a:extLst>
          </p:cNvPr>
          <p:cNvCxnSpPr>
            <a:stCxn xmlns:a="http://schemas.openxmlformats.org/drawingml/2006/main" id="32" idx="3"/>
            <a:endCxn xmlns:a="http://schemas.openxmlformats.org/drawingml/2006/main" id="33" idx="1"/>
          </p:cNvCxnSpPr>
          <p:nvPr/>
        </p:nvCxnSpPr>
        <p:spPr>
          <a:xfrm xmlns:a="http://schemas.openxmlformats.org/drawingml/2006/main" flipH="1">
            <a:off x="5715000" y="5944077"/>
            <a:ext cx="953" cy="40005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A67A20"/>
            </a:solidFill>
            <a:prstDash val="solid"/>
            <a:tailEnd type="triangle" w="sm" len="sm"/>
          </a:ln>
        </p:spPr>
      </p:cxnSp>
      <p:cxnSp>
        <p:nvCxn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B32690F-1BB0-4EF4-9346-A166ADA96ABB}"/>
              </a:ext>
            </a:extLst>
          </p:cNvPr>
          <p:cNvCxnSpPr>
            <a:stCxn xmlns:a="http://schemas.openxmlformats.org/drawingml/2006/main" id="29" idx="3"/>
            <a:endCxn xmlns:a="http://schemas.openxmlformats.org/drawingml/2006/main" id="30" idx="1"/>
          </p:cNvCxnSpPr>
          <p:nvPr/>
        </p:nvCxnSpPr>
        <p:spPr>
          <a:xfrm xmlns:a="http://schemas.openxmlformats.org/drawingml/2006/main">
            <a:off x="2858453" y="5944077"/>
            <a:ext cx="2856547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A67A20"/>
            </a:solidFill>
            <a:prstDash val="solid"/>
          </a:ln>
        </p:spPr>
      </p:cxnSp>
      <p:cxnSp>
        <p:nvCxn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6DC836E-0353-49CA-B643-4AE606EE3AFD}"/>
              </a:ext>
            </a:extLst>
          </p:cNvPr>
          <p:cNvCxnSpPr>
            <a:stCxn xmlns:a="http://schemas.openxmlformats.org/drawingml/2006/main" id="26" idx="3"/>
            <a:endCxn xmlns:a="http://schemas.openxmlformats.org/drawingml/2006/main" id="27" idx="1"/>
          </p:cNvCxnSpPr>
          <p:nvPr/>
        </p:nvCxnSpPr>
        <p:spPr>
          <a:xfrm xmlns:a="http://schemas.openxmlformats.org/drawingml/2006/main" flipH="1">
            <a:off x="2857500" y="5639277"/>
            <a:ext cx="953" cy="30480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A67A20"/>
            </a:solidFill>
            <a:prstDash val="solid"/>
          </a:ln>
        </p:spPr>
      </p:cxnSp>
      <p:cxnSp>
        <p:nvCxn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4818724-695D-4CA2-A908-7E6C8E3CF5A8}"/>
              </a:ext>
            </a:extLst>
          </p:cNvPr>
          <p:cNvCxnSpPr>
            <a:stCxn xmlns:a="http://schemas.openxmlformats.org/drawingml/2006/main" id="22" idx="3"/>
            <a:endCxn xmlns:a="http://schemas.openxmlformats.org/drawingml/2006/main" id="23" idx="1"/>
          </p:cNvCxnSpPr>
          <p:nvPr/>
        </p:nvCxnSpPr>
        <p:spPr>
          <a:xfrm xmlns:a="http://schemas.openxmlformats.org/drawingml/2006/main" flipH="1">
            <a:off x="8572500" y="3096102"/>
            <a:ext cx="953" cy="127635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AB554B"/>
            </a:solidFill>
            <a:prstDash val="solid"/>
            <a:tailEnd type="triangle" w="sm" len="sm"/>
          </a:ln>
        </p:spPr>
      </p:cxnSp>
      <p:cxnSp>
        <p:nvCxn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C38D489-282A-4263-9D8A-2DC9E002CFB4}"/>
              </a:ext>
            </a:extLst>
          </p:cNvPr>
          <p:cNvCxnSpPr>
            <a:stCxn xmlns:a="http://schemas.openxmlformats.org/drawingml/2006/main" id="19" idx="3"/>
            <a:endCxn xmlns:a="http://schemas.openxmlformats.org/drawingml/2006/main" id="20" idx="1"/>
          </p:cNvCxnSpPr>
          <p:nvPr/>
        </p:nvCxnSpPr>
        <p:spPr>
          <a:xfrm xmlns:a="http://schemas.openxmlformats.org/drawingml/2006/main">
            <a:off x="7239953" y="3096102"/>
            <a:ext cx="1332547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AB554B"/>
            </a:solidFill>
            <a:prstDash val="solid"/>
          </a:ln>
        </p:spPr>
      </p:cxnSp>
      <p:cxnSp>
        <p:nvCxn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37ECEF5-356F-4EFD-AF62-C78BFD0E373F}"/>
              </a:ext>
            </a:extLst>
          </p:cNvPr>
          <p:cNvCxnSpPr>
            <a:stCxn xmlns:a="http://schemas.openxmlformats.org/drawingml/2006/main" id="16" idx="3"/>
            <a:endCxn xmlns:a="http://schemas.openxmlformats.org/drawingml/2006/main" id="17" idx="1"/>
          </p:cNvCxnSpPr>
          <p:nvPr/>
        </p:nvCxnSpPr>
        <p:spPr>
          <a:xfrm xmlns:a="http://schemas.openxmlformats.org/drawingml/2006/main" flipH="1">
            <a:off x="2857500" y="3096102"/>
            <a:ext cx="953" cy="127635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277DC3"/>
            </a:solidFill>
            <a:prstDash val="solid"/>
            <a:tailEnd type="triangle" w="sm" len="sm"/>
          </a:ln>
        </p:spPr>
      </p:cxnSp>
      <p:cxnSp>
        <p:nvCxn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C6D6D4F-46BD-4193-B601-F1B315B59347}"/>
              </a:ext>
            </a:extLst>
          </p:cNvPr>
          <p:cNvCxnSpPr>
            <a:stCxn xmlns:a="http://schemas.openxmlformats.org/drawingml/2006/main" id="13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 flipH="1">
            <a:off x="2857500" y="3096102"/>
            <a:ext cx="1334453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277DC3"/>
            </a:solidFill>
            <a:prstDash val="solid"/>
          </a:ln>
        </p:spPr>
      </p:cxnSp>
      <p:cxnSp>
        <p:nvCxn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18F24D7-7CC2-48CE-A582-DD70E1F5741B}"/>
              </a:ext>
            </a:extLst>
          </p:cNvPr>
          <p:cNvCxnSpPr>
            <a:stCxn xmlns:a="http://schemas.openxmlformats.org/drawingml/2006/main" id="4" idx="2"/>
            <a:endCxn xmlns:a="http://schemas.openxmlformats.org/drawingml/2006/main" id="5" idx="0"/>
          </p:cNvCxnSpPr>
          <p:nvPr/>
        </p:nvCxnSpPr>
        <p:spPr>
          <a:xfrm xmlns:a="http://schemas.openxmlformats.org/drawingml/2006/main">
            <a:off x="5715000" y="1819275"/>
            <a:ext cx="0" cy="657225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AB554B"/>
            </a:solidFill>
            <a:prstDash val="solid"/>
            <a:tailEnd type="triangle" w="sm" len="sm"/>
          </a:ln>
        </p:spPr>
      </p:cxnSp>
      <p:sp>
        <p:nvSpPr>
          <p:cNvPr id="42" name="F-25">
            <a:extLst xmlns:a="http://schemas.openxmlformats.org/drawingml/2006/main">
              <a:ext uri="{FF2B5EF4-FFF2-40B4-BE49-F238E27FC236}">
                <a16:creationId xmlns:a16="http://schemas.microsoft.com/office/drawing/2014/main" id="{3A1A2055-59AE-457B-88FD-C7398623A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9075"/>
            <a:ext cx="95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l">
              <a:defRPr sz="1650" b="1">
                <a:solidFill>
                  <a:srgbClr val="277DC3"/>
                </a:solidFill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277DC3"/>
                </a:solidFill>
              </a:defRPr>
            </a:pPr>
            <a:r>
              <a:rPr sz="1650" b="1">
                <a:solidFill>
                  <a:srgbClr val="277DC3"/>
                </a:solidFill>
                <a:latin typeface="Microsoft YaHei"/>
                <a:ea typeface="Microsoft YaHei"/>
                <a:cs typeface="Microsoft YaHei"/>
              </a:rPr>
              <a:t>F-25</a:t>
            </a:r>
          </a:p>
        </p:txBody>
      </p:sp>
      <p:sp>
        <p:nvSpPr>
          <p:cNvPr id="2" name="失败重试、死信重放与熔断降级">
            <a:extLst xmlns:a="http://schemas.openxmlformats.org/drawingml/2006/main">
              <a:ext uri="{FF2B5EF4-FFF2-40B4-BE49-F238E27FC236}">
                <a16:creationId xmlns:a16="http://schemas.microsoft.com/office/drawing/2014/main" id="{F71C3FCC-8EE2-4E31-81A4-3310D3B4C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152400"/>
            <a:ext cx="9525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l">
              <a:defRPr sz="2400" b="1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233E54"/>
                </a:solidFill>
              </a:defRPr>
            </a:pPr>
            <a:r>
              <a:rPr sz="2400" b="1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失败重试、死信重放与熔断降级</a:t>
            </a:r>
          </a:p>
        </p:txBody>
      </p:sp>
      <p:sp>
        <p:nvSpPr>
          <p:cNvPr id="3" name="boundary">
            <a:extLst xmlns:a="http://schemas.openxmlformats.org/drawingml/2006/main">
              <a:ext uri="{FF2B5EF4-FFF2-40B4-BE49-F238E27FC236}">
                <a16:creationId xmlns:a16="http://schemas.microsoft.com/office/drawing/2014/main" id="{A666D25B-8F4A-4F6D-83E9-C0CC54B90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28675"/>
            <a:ext cx="10515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C4D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请求失败">
            <a:extLst xmlns:a="http://schemas.openxmlformats.org/drawingml/2006/main">
              <a:ext uri="{FF2B5EF4-FFF2-40B4-BE49-F238E27FC236}">
                <a16:creationId xmlns:a16="http://schemas.microsoft.com/office/drawing/2014/main" id="{435CE731-2E2D-4DC6-BC24-0FF4DC543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1181100"/>
            <a:ext cx="3048000" cy="638175"/>
          </a:xfrm>
          <a:prstGeom xmlns:a="http://schemas.openxmlformats.org/drawingml/2006/main" prst="roundRect">
            <a:avLst>
              <a:gd name="adj" fmla="val 17910"/>
            </a:avLst>
          </a:prstGeom>
          <a:solidFill xmlns:a="http://schemas.openxmlformats.org/drawingml/2006/main">
            <a:srgbClr val="FBE7E2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2100" b="1">
                <a:solidFill>
                  <a:srgbClr val="AB554B"/>
                </a:solidFill>
              </a:defRPr>
            </a:defPPr>
          </a:lstStyle>
          <a:p xmlns:a="http://schemas.openxmlformats.org/drawingml/2006/main">
            <a:pPr algn="ctr">
              <a:defRPr sz="2100" b="1">
                <a:solidFill>
                  <a:srgbClr val="AB554B"/>
                </a:solidFill>
              </a:defRPr>
            </a:pPr>
            <a:r>
              <a:rPr sz="2100" b="1">
                <a:solidFill>
                  <a:srgbClr val="AB554B"/>
                </a:solidFill>
                <a:latin typeface="Microsoft YaHei"/>
                <a:ea typeface="Microsoft YaHei"/>
                <a:cs typeface="Microsoft YaHei"/>
              </a:rPr>
              <a:t>请求失败</a:t>
            </a:r>
          </a:p>
        </p:txBody>
      </p:sp>
      <p:sp>
        <p:nvSpPr>
          <p:cNvPr id="5" name="错误类型">
            <a:extLst xmlns:a="http://schemas.openxmlformats.org/drawingml/2006/main">
              <a:ext uri="{FF2B5EF4-FFF2-40B4-BE49-F238E27FC236}">
                <a16:creationId xmlns:a16="http://schemas.microsoft.com/office/drawing/2014/main" id="{E76DDEEF-EEFB-4D68-9DE4-E349B68D6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476500"/>
            <a:ext cx="3048000" cy="123825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FFF1CB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2100" b="1">
                <a:solidFill>
                  <a:srgbClr val="A67A20"/>
                </a:solidFill>
              </a:defRPr>
            </a:defPPr>
          </a:lstStyle>
          <a:p xmlns:a="http://schemas.openxmlformats.org/drawingml/2006/main">
            <a:pPr algn="ctr">
              <a:defRPr sz="2100" b="1">
                <a:solidFill>
                  <a:srgbClr val="A67A20"/>
                </a:solidFill>
              </a:defRPr>
            </a:pPr>
            <a:r>
              <a:rPr sz="2100" b="1">
                <a:solidFill>
                  <a:srgbClr val="A67A20"/>
                </a:solidFill>
                <a:latin typeface="Microsoft YaHei"/>
                <a:ea typeface="Microsoft YaHei"/>
                <a:cs typeface="Microsoft YaHei"/>
              </a:rPr>
              <a:t>错误类型</a:t>
            </a:r>
          </a:p>
        </p:txBody>
      </p:sp>
      <p:sp>
        <p:nvSpPr>
          <p:cNvPr id="7" name="boundary">
            <a:extLst xmlns:a="http://schemas.openxmlformats.org/drawingml/2006/main">
              <a:ext uri="{FF2B5EF4-FFF2-40B4-BE49-F238E27FC236}">
                <a16:creationId xmlns:a16="http://schemas.microsoft.com/office/drawing/2014/main" id="{1D396F16-053D-400F-B718-1F4180E4E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371975"/>
            <a:ext cx="4476750" cy="1266825"/>
          </a:xfrm>
          <a:prstGeom xmlns:a="http://schemas.openxmlformats.org/drawingml/2006/main" prst="roundRect">
            <a:avLst>
              <a:gd name="adj" fmla="val 9023"/>
            </a:avLst>
          </a:prstGeom>
          <a:solidFill xmlns:a="http://schemas.openxmlformats.org/drawingml/2006/main">
            <a:srgbClr val="EAF4FC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</p:sp>
      <p:sp>
        <p:nvSpPr>
          <p:cNvPr id="8" name="429 / 5xx / 超时">
            <a:extLst xmlns:a="http://schemas.openxmlformats.org/drawingml/2006/main">
              <a:ext uri="{FF2B5EF4-FFF2-40B4-BE49-F238E27FC236}">
                <a16:creationId xmlns:a16="http://schemas.microsoft.com/office/drawing/2014/main" id="{3C81AADE-6EC2-45E9-B4B6-1DF361FEF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467225"/>
            <a:ext cx="428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875" b="1">
                <a:solidFill>
                  <a:srgbClr val="277DC3"/>
                </a:solidFill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277DC3"/>
                </a:solidFill>
              </a:defRPr>
            </a:pPr>
            <a:r>
              <a:rPr sz="1875" b="1">
                <a:solidFill>
                  <a:srgbClr val="277DC3"/>
                </a:solidFill>
                <a:latin typeface="Microsoft YaHei"/>
                <a:ea typeface="Microsoft YaHei"/>
                <a:cs typeface="Microsoft YaHei"/>
              </a:rPr>
              <a:t>429 / 5xx / 超时</a:t>
            </a:r>
          </a:p>
        </p:txBody>
      </p:sp>
      <p:sp>
        <p:nvSpPr>
          <p:cNvPr id="9" name="退避重试 ≤6 次">
            <a:extLst xmlns:a="http://schemas.openxmlformats.org/drawingml/2006/main">
              <a:ext uri="{FF2B5EF4-FFF2-40B4-BE49-F238E27FC236}">
                <a16:creationId xmlns:a16="http://schemas.microsoft.com/office/drawing/2014/main" id="{09930955-BB30-4C45-BD3E-A54053FB1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4895850"/>
            <a:ext cx="42481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575" b="0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ctr">
              <a:defRPr sz="1575" b="0">
                <a:solidFill>
                  <a:srgbClr val="233E54"/>
                </a:solidFill>
              </a:defRPr>
            </a:pPr>
            <a:r>
              <a:rPr sz="1575" b="0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退避重试 ≤6 次</a:t>
            </a:r>
          </a:p>
        </p:txBody>
      </p:sp>
      <p:sp>
        <p:nvSpPr>
          <p:cNvPr id="10" name="boundary">
            <a:extLst xmlns:a="http://schemas.openxmlformats.org/drawingml/2006/main">
              <a:ext uri="{FF2B5EF4-FFF2-40B4-BE49-F238E27FC236}">
                <a16:creationId xmlns:a16="http://schemas.microsoft.com/office/drawing/2014/main" id="{4795601E-0B85-4DBB-833C-93C526E1A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4371975"/>
            <a:ext cx="4476750" cy="1266825"/>
          </a:xfrm>
          <a:prstGeom xmlns:a="http://schemas.openxmlformats.org/drawingml/2006/main" prst="roundRect">
            <a:avLst>
              <a:gd name="adj" fmla="val 9023"/>
            </a:avLst>
          </a:prstGeom>
          <a:solidFill xmlns:a="http://schemas.openxmlformats.org/drawingml/2006/main">
            <a:srgbClr val="FBE7E2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</p:sp>
      <p:sp>
        <p:nvSpPr>
          <p:cNvPr id="11" name="4xx（非 429）">
            <a:extLst xmlns:a="http://schemas.openxmlformats.org/drawingml/2006/main">
              <a:ext uri="{FF2B5EF4-FFF2-40B4-BE49-F238E27FC236}">
                <a16:creationId xmlns:a16="http://schemas.microsoft.com/office/drawing/2014/main" id="{59831CAC-3920-4D76-BFBC-6808B1C3F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4467225"/>
            <a:ext cx="428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875" b="1">
                <a:solidFill>
                  <a:srgbClr val="AB554B"/>
                </a:solidFill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AB554B"/>
                </a:solidFill>
              </a:defRPr>
            </a:pPr>
            <a:r>
              <a:rPr sz="1875" b="1">
                <a:solidFill>
                  <a:srgbClr val="AB554B"/>
                </a:solidFill>
                <a:latin typeface="Microsoft YaHei"/>
                <a:ea typeface="Microsoft YaHei"/>
                <a:cs typeface="Microsoft YaHei"/>
              </a:rPr>
              <a:t>4xx（非 429）</a:t>
            </a:r>
          </a:p>
        </p:txBody>
      </p:sp>
      <p:sp>
        <p:nvSpPr>
          <p:cNvPr id="12" name="直接死信并告警">
            <a:extLst xmlns:a="http://schemas.openxmlformats.org/drawingml/2006/main">
              <a:ext uri="{FF2B5EF4-FFF2-40B4-BE49-F238E27FC236}">
                <a16:creationId xmlns:a16="http://schemas.microsoft.com/office/drawing/2014/main" id="{38CE28A9-539D-4EB4-BA94-1D4B46E2C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4895850"/>
            <a:ext cx="42481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575" b="0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ctr">
              <a:defRPr sz="1575" b="0">
                <a:solidFill>
                  <a:srgbClr val="233E54"/>
                </a:solidFill>
              </a:defRPr>
            </a:pPr>
            <a:r>
              <a:rPr sz="1575" b="0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直接死信并告警</a:t>
            </a:r>
          </a:p>
        </p:txBody>
      </p:sp>
      <p:sp>
        <p:nvSpPr>
          <p:cNvPr id="13" name="boundary">
            <a:extLst xmlns:a="http://schemas.openxmlformats.org/drawingml/2006/main">
              <a:ext uri="{FF2B5EF4-FFF2-40B4-BE49-F238E27FC236}">
                <a16:creationId xmlns:a16="http://schemas.microsoft.com/office/drawing/2014/main" id="{38760B8B-7DF1-456E-8397-526C18A89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0956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4" name="boundary">
            <a:extLst xmlns:a="http://schemas.openxmlformats.org/drawingml/2006/main">
              <a:ext uri="{FF2B5EF4-FFF2-40B4-BE49-F238E27FC236}">
                <a16:creationId xmlns:a16="http://schemas.microsoft.com/office/drawing/2014/main" id="{62CA3A2B-747B-4AB1-9E79-2827775FB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0956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6" name="boundary">
            <a:extLst xmlns:a="http://schemas.openxmlformats.org/drawingml/2006/main">
              <a:ext uri="{FF2B5EF4-FFF2-40B4-BE49-F238E27FC236}">
                <a16:creationId xmlns:a16="http://schemas.microsoft.com/office/drawing/2014/main" id="{69C7F6AE-A274-4B99-95B3-36C270175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0956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7" name="boundary">
            <a:extLst xmlns:a="http://schemas.openxmlformats.org/drawingml/2006/main">
              <a:ext uri="{FF2B5EF4-FFF2-40B4-BE49-F238E27FC236}">
                <a16:creationId xmlns:a16="http://schemas.microsoft.com/office/drawing/2014/main" id="{2EFFB252-6150-4056-A333-AAEEED407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3719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9" name="boundary">
            <a:extLst xmlns:a="http://schemas.openxmlformats.org/drawingml/2006/main">
              <a:ext uri="{FF2B5EF4-FFF2-40B4-BE49-F238E27FC236}">
                <a16:creationId xmlns:a16="http://schemas.microsoft.com/office/drawing/2014/main" id="{AC66B8AC-A81C-4739-96CB-897ECED74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0956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0" name="boundary">
            <a:extLst xmlns:a="http://schemas.openxmlformats.org/drawingml/2006/main">
              <a:ext uri="{FF2B5EF4-FFF2-40B4-BE49-F238E27FC236}">
                <a16:creationId xmlns:a16="http://schemas.microsoft.com/office/drawing/2014/main" id="{55665CB5-892A-4DB6-852F-0960969DD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0956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2" name="boundary">
            <a:extLst xmlns:a="http://schemas.openxmlformats.org/drawingml/2006/main">
              <a:ext uri="{FF2B5EF4-FFF2-40B4-BE49-F238E27FC236}">
                <a16:creationId xmlns:a16="http://schemas.microsoft.com/office/drawing/2014/main" id="{61546AE1-6F74-46B6-A5DA-C75D950EA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0956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3" name="boundary">
            <a:extLst xmlns:a="http://schemas.openxmlformats.org/drawingml/2006/main">
              <a:ext uri="{FF2B5EF4-FFF2-40B4-BE49-F238E27FC236}">
                <a16:creationId xmlns:a16="http://schemas.microsoft.com/office/drawing/2014/main" id="{FCFAD1C0-ABCD-47F7-8BF1-42640CB42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3719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5" name="DLQ / 每 15 min 重放">
            <a:extLst xmlns:a="http://schemas.openxmlformats.org/drawingml/2006/main">
              <a:ext uri="{FF2B5EF4-FFF2-40B4-BE49-F238E27FC236}">
                <a16:creationId xmlns:a16="http://schemas.microsoft.com/office/drawing/2014/main" id="{6C163FB3-06B8-4FC5-9954-DC833A177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6343650"/>
            <a:ext cx="4667250" cy="609600"/>
          </a:xfrm>
          <a:prstGeom xmlns:a="http://schemas.openxmlformats.org/drawingml/2006/main" prst="can">
            <a:avLst/>
          </a:prstGeom>
          <a:solidFill xmlns:a="http://schemas.openxmlformats.org/drawingml/2006/main">
            <a:srgbClr val="FFF1CB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875" b="1">
                <a:solidFill>
                  <a:srgbClr val="A67A20"/>
                </a:solidFill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A67A20"/>
                </a:solidFill>
              </a:defRPr>
            </a:pPr>
            <a:r>
              <a:rPr sz="1875" b="1">
                <a:solidFill>
                  <a:srgbClr val="A67A20"/>
                </a:solidFill>
                <a:latin typeface="Microsoft YaHei"/>
                <a:ea typeface="Microsoft YaHei"/>
                <a:cs typeface="Microsoft YaHei"/>
              </a:rPr>
              <a:t>DLQ / 每 15 min 重放</a:t>
            </a:r>
          </a:p>
        </p:txBody>
      </p:sp>
      <p:sp>
        <p:nvSpPr>
          <p:cNvPr id="26" name="boundary">
            <a:extLst xmlns:a="http://schemas.openxmlformats.org/drawingml/2006/main">
              <a:ext uri="{FF2B5EF4-FFF2-40B4-BE49-F238E27FC236}">
                <a16:creationId xmlns:a16="http://schemas.microsoft.com/office/drawing/2014/main" id="{2C8F3403-92E6-45A2-B686-F43C470E6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6388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7" name="boundary">
            <a:extLst xmlns:a="http://schemas.openxmlformats.org/drawingml/2006/main">
              <a:ext uri="{FF2B5EF4-FFF2-40B4-BE49-F238E27FC236}">
                <a16:creationId xmlns:a16="http://schemas.microsoft.com/office/drawing/2014/main" id="{D4279A94-C9E9-4327-BE9D-B87261F04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9436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9" name="boundary">
            <a:extLst xmlns:a="http://schemas.openxmlformats.org/drawingml/2006/main">
              <a:ext uri="{FF2B5EF4-FFF2-40B4-BE49-F238E27FC236}">
                <a16:creationId xmlns:a16="http://schemas.microsoft.com/office/drawing/2014/main" id="{00E34E5E-2324-4EBE-8E9D-3A6D77992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9436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30" name="boundary">
            <a:extLst xmlns:a="http://schemas.openxmlformats.org/drawingml/2006/main">
              <a:ext uri="{FF2B5EF4-FFF2-40B4-BE49-F238E27FC236}">
                <a16:creationId xmlns:a16="http://schemas.microsoft.com/office/drawing/2014/main" id="{2494635B-3320-4C41-94CD-164BB44B1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59436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32" name="boundary">
            <a:extLst xmlns:a="http://schemas.openxmlformats.org/drawingml/2006/main">
              <a:ext uri="{FF2B5EF4-FFF2-40B4-BE49-F238E27FC236}">
                <a16:creationId xmlns:a16="http://schemas.microsoft.com/office/drawing/2014/main" id="{8CB919EA-CC25-4BCD-B063-FB86D12C1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59436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33" name="boundary">
            <a:extLst xmlns:a="http://schemas.openxmlformats.org/drawingml/2006/main">
              <a:ext uri="{FF2B5EF4-FFF2-40B4-BE49-F238E27FC236}">
                <a16:creationId xmlns:a16="http://schemas.microsoft.com/office/drawing/2014/main" id="{7EBC3120-FA6A-4EDE-BDB6-4AC3E2622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63436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35" name="boundary">
            <a:extLst xmlns:a="http://schemas.openxmlformats.org/drawingml/2006/main">
              <a:ext uri="{FF2B5EF4-FFF2-40B4-BE49-F238E27FC236}">
                <a16:creationId xmlns:a16="http://schemas.microsoft.com/office/drawing/2014/main" id="{BA3CB4E0-9523-46A8-A149-6A807E49B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56388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36" name="boundary">
            <a:extLst xmlns:a="http://schemas.openxmlformats.org/drawingml/2006/main">
              <a:ext uri="{FF2B5EF4-FFF2-40B4-BE49-F238E27FC236}">
                <a16:creationId xmlns:a16="http://schemas.microsoft.com/office/drawing/2014/main" id="{FC072F20-3AAC-4329-B9E6-665C16E10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59436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38" name="boundary">
            <a:extLst xmlns:a="http://schemas.openxmlformats.org/drawingml/2006/main">
              <a:ext uri="{FF2B5EF4-FFF2-40B4-BE49-F238E27FC236}">
                <a16:creationId xmlns:a16="http://schemas.microsoft.com/office/drawing/2014/main" id="{55AF8F73-91E4-4FD1-9490-0B6E04446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59436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39" name="boundary">
            <a:extLst xmlns:a="http://schemas.openxmlformats.org/drawingml/2006/main">
              <a:ext uri="{FF2B5EF4-FFF2-40B4-BE49-F238E27FC236}">
                <a16:creationId xmlns:a16="http://schemas.microsoft.com/office/drawing/2014/main" id="{9FD269E0-8785-4015-AE93-B5DC12D09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59436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41" name="Retry-After 优先；否则 1 s 起 ×2，上限 5 min，±20% 抖动；连续 3 周期失败后降级">
            <a:extLst xmlns:a="http://schemas.openxmlformats.org/drawingml/2006/main">
              <a:ext uri="{FF2B5EF4-FFF2-40B4-BE49-F238E27FC236}">
                <a16:creationId xmlns:a16="http://schemas.microsoft.com/office/drawing/2014/main" id="{600584CD-52DA-46B8-9A6C-2150890FF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7353300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350" b="0">
                <a:solidFill>
                  <a:srgbClr val="657D8E"/>
                </a:solidFill>
              </a:defRPr>
            </a:defPPr>
          </a:lstStyle>
          <a:p xmlns:a="http://schemas.openxmlformats.org/drawingml/2006/main">
            <a:pPr algn="ctr">
              <a:defRPr sz="1350" b="0">
                <a:solidFill>
                  <a:srgbClr val="657D8E"/>
                </a:solidFill>
              </a:defRPr>
            </a:pPr>
            <a:r>
              <a:rPr sz="1350" b="0">
                <a:solidFill>
                  <a:srgbClr val="657D8E"/>
                </a:solidFill>
                <a:latin typeface="Microsoft YaHei"/>
                <a:ea typeface="Microsoft YaHei"/>
                <a:cs typeface="Microsoft YaHei"/>
              </a:rPr>
              <a:t>Retry-After 优先；否则 1 s 起 ×2，上限 5 min，±20% 抖动；连续 3 周期失败后降级</a:t>
            </a:r>
          </a:p>
        </p:txBody>
      </p:sp>
    </p:spTree>
    <p:extLst>
      <p:ext uri="{BB962C8B-B14F-4D97-AF65-F5344CB8AC3E}">
        <p14:creationId xmlns:p14="http://schemas.microsoft.com/office/powerpoint/2010/main" val="2100737913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B8F1F36-D13C-4961-8CF7-FBB6267E1E42}"/>
              </a:ext>
            </a:extLst>
          </p:cNvPr>
          <p:cNvCxnSpPr>
            <a:stCxn xmlns:a="http://schemas.openxmlformats.org/drawingml/2006/main" id="26" idx="3"/>
            <a:endCxn xmlns:a="http://schemas.openxmlformats.org/drawingml/2006/main" id="27" idx="1"/>
          </p:cNvCxnSpPr>
          <p:nvPr/>
        </p:nvCxnSpPr>
        <p:spPr>
          <a:xfrm xmlns:a="http://schemas.openxmlformats.org/drawingml/2006/main">
            <a:off x="7097078" y="3886677"/>
            <a:ext cx="351472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AB554B"/>
            </a:solidFill>
            <a:prstDash val="dash"/>
          </a:ln>
        </p:spPr>
      </p:cxnSp>
      <p:cxnSp>
        <p:nvCxn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44195EB-98E5-4FD6-91CE-CE2BE56E33D0}"/>
              </a:ext>
            </a:extLst>
          </p:cNvPr>
          <p:cNvCxnSpPr>
            <a:stCxn xmlns:a="http://schemas.openxmlformats.org/drawingml/2006/main" id="23" idx="3"/>
            <a:endCxn xmlns:a="http://schemas.openxmlformats.org/drawingml/2006/main" id="24" idx="1"/>
          </p:cNvCxnSpPr>
          <p:nvPr/>
        </p:nvCxnSpPr>
        <p:spPr>
          <a:xfrm xmlns:a="http://schemas.openxmlformats.org/drawingml/2006/main" flipH="1">
            <a:off x="3810000" y="3886677"/>
            <a:ext cx="524828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47D45"/>
            </a:solidFill>
            <a:prstDash val="solid"/>
            <a:tailEnd type="triangle" w="sm" len="sm"/>
          </a:ln>
        </p:spPr>
      </p:cxnSp>
      <p:sp>
        <p:nvSpPr>
          <p:cNvPr id="32" name="F-26">
            <a:extLst xmlns:a="http://schemas.openxmlformats.org/drawingml/2006/main">
              <a:ext uri="{FF2B5EF4-FFF2-40B4-BE49-F238E27FC236}">
                <a16:creationId xmlns:a16="http://schemas.microsoft.com/office/drawing/2014/main" id="{1F69A184-2177-4683-B9CC-FB59CEB09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9075"/>
            <a:ext cx="95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l">
              <a:defRPr sz="1650" b="1">
                <a:solidFill>
                  <a:srgbClr val="277DC3"/>
                </a:solidFill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277DC3"/>
                </a:solidFill>
              </a:defRPr>
            </a:pPr>
            <a:r>
              <a:rPr sz="1650" b="1">
                <a:solidFill>
                  <a:srgbClr val="277DC3"/>
                </a:solidFill>
                <a:latin typeface="Microsoft YaHei"/>
                <a:ea typeface="Microsoft YaHei"/>
                <a:cs typeface="Microsoft YaHei"/>
              </a:rPr>
              <a:t>F-26</a:t>
            </a:r>
          </a:p>
        </p:txBody>
      </p:sp>
      <p:sp>
        <p:nvSpPr>
          <p:cNvPr id="2" name="对外合规边界">
            <a:extLst xmlns:a="http://schemas.openxmlformats.org/drawingml/2006/main">
              <a:ext uri="{FF2B5EF4-FFF2-40B4-BE49-F238E27FC236}">
                <a16:creationId xmlns:a16="http://schemas.microsoft.com/office/drawing/2014/main" id="{9195F760-2953-4C23-9D66-4AE00D8A7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152400"/>
            <a:ext cx="9525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l">
              <a:defRPr sz="2400" b="1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233E54"/>
                </a:solidFill>
              </a:defRPr>
            </a:pPr>
            <a:r>
              <a:rPr sz="2400" b="1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对外合规边界</a:t>
            </a:r>
          </a:p>
        </p:txBody>
      </p:sp>
      <p:sp>
        <p:nvSpPr>
          <p:cNvPr id="3" name="boundary">
            <a:extLst xmlns:a="http://schemas.openxmlformats.org/drawingml/2006/main">
              <a:ext uri="{FF2B5EF4-FFF2-40B4-BE49-F238E27FC236}">
                <a16:creationId xmlns:a16="http://schemas.microsoft.com/office/drawing/2014/main" id="{66835F06-4202-4736-9D3F-76F6CC8CB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28675"/>
            <a:ext cx="10515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C4D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boundary">
            <a:extLst xmlns:a="http://schemas.openxmlformats.org/drawingml/2006/main">
              <a:ext uri="{FF2B5EF4-FFF2-40B4-BE49-F238E27FC236}">
                <a16:creationId xmlns:a16="http://schemas.microsoft.com/office/drawing/2014/main" id="{1568022A-EC9B-4D73-9873-EDE42B369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409700"/>
            <a:ext cx="3333750" cy="5133975"/>
          </a:xfrm>
          <a:prstGeom xmlns:a="http://schemas.openxmlformats.org/drawingml/2006/main" prst="roundRect">
            <a:avLst>
              <a:gd name="adj" fmla="val 5143"/>
            </a:avLst>
          </a:prstGeom>
          <a:solidFill xmlns:a="http://schemas.openxmlformats.org/drawingml/2006/main">
            <a:srgbClr val="E5F0DA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</p:sp>
      <p:sp>
        <p:nvSpPr>
          <p:cNvPr id="5" name="允许提供">
            <a:extLst xmlns:a="http://schemas.openxmlformats.org/drawingml/2006/main">
              <a:ext uri="{FF2B5EF4-FFF2-40B4-BE49-F238E27FC236}">
                <a16:creationId xmlns:a16="http://schemas.microsoft.com/office/drawing/2014/main" id="{D28ABC56-5CC4-4B62-B27F-C80BC3B26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04950"/>
            <a:ext cx="29908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l">
              <a:defRPr sz="1800" b="1">
                <a:solidFill>
                  <a:srgbClr val="547D45"/>
                </a:solidFill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547D45"/>
                </a:solidFill>
              </a:defRPr>
            </a:pPr>
            <a:r>
              <a:rPr sz="1800" b="1">
                <a:solidFill>
                  <a:srgbClr val="547D45"/>
                </a:solidFill>
                <a:latin typeface="Microsoft YaHei"/>
                <a:ea typeface="Microsoft YaHei"/>
                <a:cs typeface="Microsoft YaHei"/>
              </a:rPr>
              <a:t>允许提供</a:t>
            </a:r>
          </a:p>
        </p:txBody>
      </p:sp>
      <p:sp>
        <p:nvSpPr>
          <p:cNvPr id="6" name="boundary">
            <a:extLst xmlns:a="http://schemas.openxmlformats.org/drawingml/2006/main">
              <a:ext uri="{FF2B5EF4-FFF2-40B4-BE49-F238E27FC236}">
                <a16:creationId xmlns:a16="http://schemas.microsoft.com/office/drawing/2014/main" id="{B0145B19-EC8D-41E7-A950-C466E5B17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409700"/>
            <a:ext cx="3333750" cy="5133975"/>
          </a:xfrm>
          <a:prstGeom xmlns:a="http://schemas.openxmlformats.org/drawingml/2006/main" prst="roundRect">
            <a:avLst>
              <a:gd name="adj" fmla="val 5143"/>
            </a:avLst>
          </a:prstGeom>
          <a:solidFill xmlns:a="http://schemas.openxmlformats.org/drawingml/2006/main">
            <a:srgbClr val="FBE7E2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</p:sp>
      <p:sp>
        <p:nvSpPr>
          <p:cNvPr id="7" name="禁止提供">
            <a:extLst xmlns:a="http://schemas.openxmlformats.org/drawingml/2006/main">
              <a:ext uri="{FF2B5EF4-FFF2-40B4-BE49-F238E27FC236}">
                <a16:creationId xmlns:a16="http://schemas.microsoft.com/office/drawing/2014/main" id="{532F1115-E3FC-4CB9-9FDD-541C0DB89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1504950"/>
            <a:ext cx="29908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l">
              <a:defRPr sz="1800" b="1">
                <a:solidFill>
                  <a:srgbClr val="AB554B"/>
                </a:solidFill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AB554B"/>
                </a:solidFill>
              </a:defRPr>
            </a:pPr>
            <a:r>
              <a:rPr sz="1800" b="1">
                <a:solidFill>
                  <a:srgbClr val="AB554B"/>
                </a:solidFill>
                <a:latin typeface="Microsoft YaHei"/>
                <a:ea typeface="Microsoft YaHei"/>
                <a:cs typeface="Microsoft YaHei"/>
              </a:rPr>
              <a:t>禁止提供</a:t>
            </a:r>
          </a:p>
        </p:txBody>
      </p:sp>
      <p:sp>
        <p:nvSpPr>
          <p:cNvPr id="8" name="1">
            <a:extLst xmlns:a="http://schemas.openxmlformats.org/drawingml/2006/main">
              <a:ext uri="{FF2B5EF4-FFF2-40B4-BE49-F238E27FC236}">
                <a16:creationId xmlns:a16="http://schemas.microsoft.com/office/drawing/2014/main" id="{3239FCB3-C8C2-4FE1-B68C-E009F9F69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23812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47D4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500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9" name="聚合计数与分布">
            <a:extLst xmlns:a="http://schemas.openxmlformats.org/drawingml/2006/main">
              <a:ext uri="{FF2B5EF4-FFF2-40B4-BE49-F238E27FC236}">
                <a16:creationId xmlns:a16="http://schemas.microsoft.com/office/drawing/2014/main" id="{0B0DC9BA-B51F-4778-9337-487485E9A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324100"/>
            <a:ext cx="2238375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l">
              <a:defRPr sz="1875" b="1">
                <a:solidFill>
                  <a:srgbClr val="547D45"/>
                </a:solidFill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547D45"/>
                </a:solidFill>
              </a:defRPr>
            </a:pPr>
            <a:r>
              <a:rPr sz="1875" b="1">
                <a:solidFill>
                  <a:srgbClr val="547D45"/>
                </a:solidFill>
                <a:latin typeface="Microsoft YaHei"/>
                <a:ea typeface="Microsoft YaHei"/>
                <a:cs typeface="Microsoft YaHei"/>
              </a:rPr>
              <a:t>聚合计数与分布</a:t>
            </a:r>
          </a:p>
        </p:txBody>
      </p:sp>
      <p:sp>
        <p:nvSpPr>
          <p:cNvPr id="10" name="2">
            <a:extLst xmlns:a="http://schemas.openxmlformats.org/drawingml/2006/main">
              <a:ext uri="{FF2B5EF4-FFF2-40B4-BE49-F238E27FC236}">
                <a16:creationId xmlns:a16="http://schemas.microsoft.com/office/drawing/2014/main" id="{CB74EACC-5E25-4044-A7A4-0B677D9B6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36576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47D4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500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1" name="PoC 链接与标题">
            <a:extLst xmlns:a="http://schemas.openxmlformats.org/drawingml/2006/main">
              <a:ext uri="{FF2B5EF4-FFF2-40B4-BE49-F238E27FC236}">
                <a16:creationId xmlns:a16="http://schemas.microsoft.com/office/drawing/2014/main" id="{5A4C22A8-C699-4E60-B80E-5FCFEBB7B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600450"/>
            <a:ext cx="2238375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l">
              <a:defRPr sz="1875" b="1">
                <a:solidFill>
                  <a:srgbClr val="547D45"/>
                </a:solidFill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547D45"/>
                </a:solidFill>
              </a:defRPr>
            </a:pPr>
            <a:r>
              <a:rPr sz="1875" b="1">
                <a:solidFill>
                  <a:srgbClr val="547D45"/>
                </a:solidFill>
                <a:latin typeface="Microsoft YaHei"/>
                <a:ea typeface="Microsoft YaHei"/>
                <a:cs typeface="Microsoft YaHei"/>
              </a:rPr>
              <a:t>PoC 链接与标题</a:t>
            </a:r>
          </a:p>
        </p:txBody>
      </p:sp>
      <p:sp>
        <p:nvSpPr>
          <p:cNvPr id="12" name="3">
            <a:extLst xmlns:a="http://schemas.openxmlformats.org/drawingml/2006/main">
              <a:ext uri="{FF2B5EF4-FFF2-40B4-BE49-F238E27FC236}">
                <a16:creationId xmlns:a16="http://schemas.microsoft.com/office/drawing/2014/main" id="{DD419988-F976-490D-BBB4-C761A6734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49339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47D4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500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3" name="修复版本与缓解">
            <a:extLst xmlns:a="http://schemas.openxmlformats.org/drawingml/2006/main">
              <a:ext uri="{FF2B5EF4-FFF2-40B4-BE49-F238E27FC236}">
                <a16:creationId xmlns:a16="http://schemas.microsoft.com/office/drawing/2014/main" id="{9F22ADF5-BFB9-46FF-98E1-2F6997EF1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876800"/>
            <a:ext cx="2238375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l">
              <a:defRPr sz="1875" b="1">
                <a:solidFill>
                  <a:srgbClr val="547D45"/>
                </a:solidFill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547D45"/>
                </a:solidFill>
              </a:defRPr>
            </a:pPr>
            <a:r>
              <a:rPr sz="1875" b="1">
                <a:solidFill>
                  <a:srgbClr val="547D45"/>
                </a:solidFill>
                <a:latin typeface="Microsoft YaHei"/>
                <a:ea typeface="Microsoft YaHei"/>
                <a:cs typeface="Microsoft YaHei"/>
              </a:rPr>
              <a:t>修复版本与缓解</a:t>
            </a:r>
          </a:p>
        </p:txBody>
      </p:sp>
      <p:sp>
        <p:nvSpPr>
          <p:cNvPr id="14" name="×">
            <a:extLst xmlns:a="http://schemas.openxmlformats.org/drawingml/2006/main">
              <a:ext uri="{FF2B5EF4-FFF2-40B4-BE49-F238E27FC236}">
                <a16:creationId xmlns:a16="http://schemas.microsoft.com/office/drawing/2014/main" id="{8A19A648-E24F-43EA-9470-9FE7846CC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7175" y="23812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B554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2100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ctr"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×</a:t>
            </a:r>
          </a:p>
        </p:txBody>
      </p:sp>
      <p:sp>
        <p:nvSpPr>
          <p:cNvPr id="15" name="IP / 主机明细">
            <a:extLst xmlns:a="http://schemas.openxmlformats.org/drawingml/2006/main">
              <a:ext uri="{FF2B5EF4-FFF2-40B4-BE49-F238E27FC236}">
                <a16:creationId xmlns:a16="http://schemas.microsoft.com/office/drawing/2014/main" id="{BB20E187-F36C-4CC8-BA97-11533C304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2324100"/>
            <a:ext cx="23431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l">
              <a:defRPr sz="1875" b="1">
                <a:solidFill>
                  <a:srgbClr val="AB554B"/>
                </a:solidFill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AB554B"/>
                </a:solidFill>
              </a:defRPr>
            </a:pPr>
            <a:r>
              <a:rPr sz="1875" b="1">
                <a:solidFill>
                  <a:srgbClr val="AB554B"/>
                </a:solidFill>
                <a:latin typeface="Microsoft YaHei"/>
                <a:ea typeface="Microsoft YaHei"/>
                <a:cs typeface="Microsoft YaHei"/>
              </a:rPr>
              <a:t>IP / 主机明细</a:t>
            </a:r>
          </a:p>
        </p:txBody>
      </p:sp>
      <p:sp>
        <p:nvSpPr>
          <p:cNvPr id="16" name="×">
            <a:extLst xmlns:a="http://schemas.openxmlformats.org/drawingml/2006/main">
              <a:ext uri="{FF2B5EF4-FFF2-40B4-BE49-F238E27FC236}">
                <a16:creationId xmlns:a16="http://schemas.microsoft.com/office/drawing/2014/main" id="{D4AFDC54-F477-4D87-A16C-895622117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7175" y="36576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B554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2100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ctr"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×</a:t>
            </a:r>
          </a:p>
        </p:txBody>
      </p:sp>
      <p:sp>
        <p:nvSpPr>
          <p:cNvPr id="17" name="利用代码">
            <a:extLst xmlns:a="http://schemas.openxmlformats.org/drawingml/2006/main">
              <a:ext uri="{FF2B5EF4-FFF2-40B4-BE49-F238E27FC236}">
                <a16:creationId xmlns:a16="http://schemas.microsoft.com/office/drawing/2014/main" id="{25F5C8F6-263A-4C8D-AC80-3ADA2F359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3600450"/>
            <a:ext cx="23431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l">
              <a:defRPr sz="1875" b="1">
                <a:solidFill>
                  <a:srgbClr val="AB554B"/>
                </a:solidFill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AB554B"/>
                </a:solidFill>
              </a:defRPr>
            </a:pPr>
            <a:r>
              <a:rPr sz="1875" b="1">
                <a:solidFill>
                  <a:srgbClr val="AB554B"/>
                </a:solidFill>
                <a:latin typeface="Microsoft YaHei"/>
                <a:ea typeface="Microsoft YaHei"/>
                <a:cs typeface="Microsoft YaHei"/>
              </a:rPr>
              <a:t>利用代码</a:t>
            </a:r>
          </a:p>
        </p:txBody>
      </p:sp>
      <p:sp>
        <p:nvSpPr>
          <p:cNvPr id="18" name="×">
            <a:extLst xmlns:a="http://schemas.openxmlformats.org/drawingml/2006/main">
              <a:ext uri="{FF2B5EF4-FFF2-40B4-BE49-F238E27FC236}">
                <a16:creationId xmlns:a16="http://schemas.microsoft.com/office/drawing/2014/main" id="{0E6F06BA-4255-4F36-989E-6DB7E42A7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7175" y="49339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B554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2100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ctr"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×</a:t>
            </a:r>
          </a:p>
        </p:txBody>
      </p:sp>
      <p:sp>
        <p:nvSpPr>
          <p:cNvPr id="19" name="执行能力 / 主动扫描">
            <a:extLst xmlns:a="http://schemas.openxmlformats.org/drawingml/2006/main">
              <a:ext uri="{FF2B5EF4-FFF2-40B4-BE49-F238E27FC236}">
                <a16:creationId xmlns:a16="http://schemas.microsoft.com/office/drawing/2014/main" id="{126FF00F-622F-482C-9C5E-2176D70A3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4876800"/>
            <a:ext cx="23431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l">
              <a:defRPr sz="1875" b="1">
                <a:solidFill>
                  <a:srgbClr val="AB554B"/>
                </a:solidFill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AB554B"/>
                </a:solidFill>
              </a:defRPr>
            </a:pPr>
            <a:r>
              <a:rPr sz="1875" b="1">
                <a:solidFill>
                  <a:srgbClr val="AB554B"/>
                </a:solidFill>
                <a:latin typeface="Microsoft YaHei"/>
                <a:ea typeface="Microsoft YaHei"/>
                <a:cs typeface="Microsoft YaHei"/>
              </a:rPr>
              <a:t>执行能力 / 主动扫描</a:t>
            </a:r>
          </a:p>
        </p:txBody>
      </p:sp>
      <p:sp>
        <p:nvSpPr>
          <p:cNvPr id="20" name="boundary">
            <a:extLst xmlns:a="http://schemas.openxmlformats.org/drawingml/2006/main">
              <a:ext uri="{FF2B5EF4-FFF2-40B4-BE49-F238E27FC236}">
                <a16:creationId xmlns:a16="http://schemas.microsoft.com/office/drawing/2014/main" id="{81432254-462C-42AC-9C0A-1CB2942FA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886075"/>
            <a:ext cx="2762250" cy="20002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277DC3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</p:sp>
      <p:sp>
        <p:nvSpPr>
          <p:cNvPr id="21" name="只读服务层">
            <a:extLst xmlns:a="http://schemas.openxmlformats.org/drawingml/2006/main">
              <a:ext uri="{FF2B5EF4-FFF2-40B4-BE49-F238E27FC236}">
                <a16:creationId xmlns:a16="http://schemas.microsoft.com/office/drawing/2014/main" id="{055FF893-9B10-4DCF-8859-39F094B70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981325"/>
            <a:ext cx="2571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2175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ctr">
              <a:defRPr sz="2175" b="1">
                <a:solidFill>
                  <a:srgbClr val="FFFFFF"/>
                </a:solidFill>
              </a:defRPr>
            </a:pPr>
            <a:r>
              <a:rPr sz="21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只读服务层</a:t>
            </a:r>
          </a:p>
        </p:txBody>
      </p:sp>
      <p:sp>
        <p:nvSpPr>
          <p:cNvPr id="22" name="Critic 输出过滤">
            <a:extLst xmlns:a="http://schemas.openxmlformats.org/drawingml/2006/main">
              <a:ext uri="{FF2B5EF4-FFF2-40B4-BE49-F238E27FC236}">
                <a16:creationId xmlns:a16="http://schemas.microsoft.com/office/drawing/2014/main" id="{BE3F3CD8-BC94-4947-A95F-0136797C0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3409950"/>
            <a:ext cx="25336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575" b="0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ctr">
              <a:defRPr sz="1575" b="0">
                <a:solidFill>
                  <a:srgbClr val="FFFFFF"/>
                </a:solidFill>
              </a:defRPr>
            </a:pPr>
            <a:r>
              <a:rPr sz="15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Critic</a:t>
            </a:r>
          </a:p>
          <a:p xmlns:a="http://schemas.openxmlformats.org/drawingml/2006/main">
            <a:pPr algn="ctr">
              <a:defRPr sz="1575" b="0">
                <a:solidFill>
                  <a:srgbClr val="FFFFFF"/>
                </a:solidFill>
              </a:defRPr>
            </a:pPr>
            <a:r>
              <a:rPr sz="15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输出过滤</a:t>
            </a:r>
          </a:p>
        </p:txBody>
      </p:sp>
      <p:sp>
        <p:nvSpPr>
          <p:cNvPr id="23" name="boundary">
            <a:extLst xmlns:a="http://schemas.openxmlformats.org/drawingml/2006/main">
              <a:ext uri="{FF2B5EF4-FFF2-40B4-BE49-F238E27FC236}">
                <a16:creationId xmlns:a16="http://schemas.microsoft.com/office/drawing/2014/main" id="{3A72EC1D-199F-4EA7-9C4F-9819DC24E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38862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4" name="boundary">
            <a:extLst xmlns:a="http://schemas.openxmlformats.org/drawingml/2006/main">
              <a:ext uri="{FF2B5EF4-FFF2-40B4-BE49-F238E27FC236}">
                <a16:creationId xmlns:a16="http://schemas.microsoft.com/office/drawing/2014/main" id="{9EFEB818-1205-427B-B89B-E35F1B02D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8862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6" name="boundary">
            <a:extLst xmlns:a="http://schemas.openxmlformats.org/drawingml/2006/main">
              <a:ext uri="{FF2B5EF4-FFF2-40B4-BE49-F238E27FC236}">
                <a16:creationId xmlns:a16="http://schemas.microsoft.com/office/drawing/2014/main" id="{A1193E6B-FE12-43A5-8A77-612CDF729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38862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7" name="boundary">
            <a:extLst xmlns:a="http://schemas.openxmlformats.org/drawingml/2006/main">
              <a:ext uri="{FF2B5EF4-FFF2-40B4-BE49-F238E27FC236}">
                <a16:creationId xmlns:a16="http://schemas.microsoft.com/office/drawing/2014/main" id="{292C8756-00BD-4EE7-9186-FFABCDF35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8862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9" name="boundary">
            <a:extLst xmlns:a="http://schemas.openxmlformats.org/drawingml/2006/main">
              <a:ext uri="{FF2B5EF4-FFF2-40B4-BE49-F238E27FC236}">
                <a16:creationId xmlns:a16="http://schemas.microsoft.com/office/drawing/2014/main" id="{716975CC-D59E-4AF1-8CFE-669A89EC2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3619500"/>
            <a:ext cx="4762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B55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多层边界执行">
            <a:extLst xmlns:a="http://schemas.openxmlformats.org/drawingml/2006/main">
              <a:ext uri="{FF2B5EF4-FFF2-40B4-BE49-F238E27FC236}">
                <a16:creationId xmlns:a16="http://schemas.microsoft.com/office/drawing/2014/main" id="{B0C54C57-9A0E-4B35-B803-7D091E3C9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5857875"/>
            <a:ext cx="3619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875" b="1">
                <a:solidFill>
                  <a:srgbClr val="277DC3"/>
                </a:solidFill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277DC3"/>
                </a:solidFill>
              </a:defRPr>
            </a:pPr>
            <a:r>
              <a:rPr sz="1875" b="1">
                <a:solidFill>
                  <a:srgbClr val="277DC3"/>
                </a:solidFill>
                <a:latin typeface="Microsoft YaHei"/>
                <a:ea typeface="Microsoft YaHei"/>
                <a:cs typeface="Microsoft YaHei"/>
              </a:rPr>
              <a:t>多层边界执行</a:t>
            </a:r>
          </a:p>
        </p:txBody>
      </p:sp>
      <p:sp>
        <p:nvSpPr>
          <p:cNvPr id="31" name="合规限制在采集、存储、服务与校验多个边界执行">
            <a:extLst xmlns:a="http://schemas.openxmlformats.org/drawingml/2006/main">
              <a:ext uri="{FF2B5EF4-FFF2-40B4-BE49-F238E27FC236}">
                <a16:creationId xmlns:a16="http://schemas.microsoft.com/office/drawing/2014/main" id="{99FC5273-69CD-4A23-A5AC-FEE0C55D8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7353300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350" b="0">
                <a:solidFill>
                  <a:srgbClr val="657D8E"/>
                </a:solidFill>
              </a:defRPr>
            </a:defPPr>
          </a:lstStyle>
          <a:p xmlns:a="http://schemas.openxmlformats.org/drawingml/2006/main">
            <a:pPr algn="ctr">
              <a:defRPr sz="1350" b="0">
                <a:solidFill>
                  <a:srgbClr val="657D8E"/>
                </a:solidFill>
              </a:defRPr>
            </a:pPr>
            <a:r>
              <a:rPr sz="1350" b="0">
                <a:solidFill>
                  <a:srgbClr val="657D8E"/>
                </a:solidFill>
                <a:latin typeface="Microsoft YaHei"/>
                <a:ea typeface="Microsoft YaHei"/>
                <a:cs typeface="Microsoft YaHei"/>
              </a:rPr>
              <a:t>合规限制在采集、存储、服务与校验多个边界执行</a:t>
            </a:r>
          </a:p>
        </p:txBody>
      </p:sp>
    </p:spTree>
    <p:extLst>
      <p:ext uri="{BB962C8B-B14F-4D97-AF65-F5344CB8AC3E}">
        <p14:creationId xmlns:p14="http://schemas.microsoft.com/office/powerpoint/2010/main" val="428758599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7B8B6A9-C477-4C8B-A604-3965767DF2DA}"/>
              </a:ext>
            </a:extLst>
          </p:cNvPr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1382078" y="2572227"/>
            <a:ext cx="8666797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277DC3"/>
            </a:solidFill>
            <a:prstDash val="solid"/>
          </a:ln>
        </p:spPr>
      </p:cxnSp>
      <p:sp>
        <p:nvSpPr>
          <p:cNvPr id="26" name="F-27">
            <a:extLst xmlns:a="http://schemas.openxmlformats.org/drawingml/2006/main">
              <a:ext uri="{FF2B5EF4-FFF2-40B4-BE49-F238E27FC236}">
                <a16:creationId xmlns:a16="http://schemas.microsoft.com/office/drawing/2014/main" id="{EA1AFAD0-A306-4BDA-B8E2-D851BD124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9075"/>
            <a:ext cx="95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l">
              <a:defRPr sz="1650" b="1">
                <a:solidFill>
                  <a:srgbClr val="277DC3"/>
                </a:solidFill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277DC3"/>
                </a:solidFill>
              </a:defRPr>
            </a:pPr>
            <a:r>
              <a:rPr sz="1650" b="1">
                <a:solidFill>
                  <a:srgbClr val="277DC3"/>
                </a:solidFill>
                <a:latin typeface="Microsoft YaHei"/>
                <a:ea typeface="Microsoft YaHei"/>
                <a:cs typeface="Microsoft YaHei"/>
              </a:rPr>
              <a:t>F-27</a:t>
            </a:r>
          </a:p>
        </p:txBody>
      </p:sp>
      <p:sp>
        <p:nvSpPr>
          <p:cNvPr id="2" name="时效统计的时间戳定义">
            <a:extLst xmlns:a="http://schemas.openxmlformats.org/drawingml/2006/main">
              <a:ext uri="{FF2B5EF4-FFF2-40B4-BE49-F238E27FC236}">
                <a16:creationId xmlns:a16="http://schemas.microsoft.com/office/drawing/2014/main" id="{808C513C-D90A-4051-BA6D-869D2F7C4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152400"/>
            <a:ext cx="9525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l">
              <a:defRPr sz="2400" b="1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233E54"/>
                </a:solidFill>
              </a:defRPr>
            </a:pPr>
            <a:r>
              <a:rPr sz="2400" b="1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时效统计的时间戳定义</a:t>
            </a:r>
          </a:p>
        </p:txBody>
      </p:sp>
      <p:sp>
        <p:nvSpPr>
          <p:cNvPr id="3" name="boundary">
            <a:extLst xmlns:a="http://schemas.openxmlformats.org/drawingml/2006/main">
              <a:ext uri="{FF2B5EF4-FFF2-40B4-BE49-F238E27FC236}">
                <a16:creationId xmlns:a16="http://schemas.microsoft.com/office/drawing/2014/main" id="{F2A9A981-81AC-4E2E-99D2-CD1608255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28675"/>
            <a:ext cx="10515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C4D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boundary">
            <a:extLst xmlns:a="http://schemas.openxmlformats.org/drawingml/2006/main">
              <a:ext uri="{FF2B5EF4-FFF2-40B4-BE49-F238E27FC236}">
                <a16:creationId xmlns:a16="http://schemas.microsoft.com/office/drawing/2014/main" id="{4DE23136-E62A-4D81-A950-FAD665ED8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5717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5" name="boundary">
            <a:extLst xmlns:a="http://schemas.openxmlformats.org/drawingml/2006/main">
              <a:ext uri="{FF2B5EF4-FFF2-40B4-BE49-F238E27FC236}">
                <a16:creationId xmlns:a16="http://schemas.microsoft.com/office/drawing/2014/main" id="{A7718E85-0D41-43A0-B798-431471490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875" y="25717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7" name="boundary">
            <a:extLst xmlns:a="http://schemas.openxmlformats.org/drawingml/2006/main">
              <a:ext uri="{FF2B5EF4-FFF2-40B4-BE49-F238E27FC236}">
                <a16:creationId xmlns:a16="http://schemas.microsoft.com/office/drawing/2014/main" id="{006C7707-D2F0-4BAF-803E-FD0AD5E20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24765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7DC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来源发布">
            <a:extLst xmlns:a="http://schemas.openxmlformats.org/drawingml/2006/main">
              <a:ext uri="{FF2B5EF4-FFF2-40B4-BE49-F238E27FC236}">
                <a16:creationId xmlns:a16="http://schemas.microsoft.com/office/drawing/2014/main" id="{F4EC64D3-55EC-449D-AEE4-EB0ABC567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714500"/>
            <a:ext cx="18097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950" b="1">
                <a:solidFill>
                  <a:srgbClr val="245D8F"/>
                </a:solidFill>
              </a:defRPr>
            </a:defPPr>
          </a:lstStyle>
          <a:p xmlns:a="http://schemas.openxmlformats.org/drawingml/2006/main">
            <a:pPr algn="ctr">
              <a:defRPr sz="1950" b="1">
                <a:solidFill>
                  <a:srgbClr val="245D8F"/>
                </a:solidFill>
              </a:defRPr>
            </a:pPr>
            <a:r>
              <a:rPr sz="1950" b="1">
                <a:solidFill>
                  <a:srgbClr val="245D8F"/>
                </a:solidFill>
                <a:latin typeface="Microsoft YaHei"/>
                <a:ea typeface="Microsoft YaHei"/>
                <a:cs typeface="Microsoft YaHei"/>
              </a:rPr>
              <a:t>来源发布</a:t>
            </a:r>
          </a:p>
        </p:txBody>
      </p:sp>
      <p:sp>
        <p:nvSpPr>
          <p:cNvPr id="9" name="source_published_at">
            <a:extLst xmlns:a="http://schemas.openxmlformats.org/drawingml/2006/main">
              <a:ext uri="{FF2B5EF4-FFF2-40B4-BE49-F238E27FC236}">
                <a16:creationId xmlns:a16="http://schemas.microsoft.com/office/drawing/2014/main" id="{68729027-0674-431F-BE10-6729E097F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" y="2943225"/>
            <a:ext cx="21336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350" b="0">
                <a:solidFill>
                  <a:srgbClr val="657D8E"/>
                </a:solidFill>
              </a:defRPr>
            </a:defPPr>
          </a:lstStyle>
          <a:p xmlns:a="http://schemas.openxmlformats.org/drawingml/2006/main">
            <a:pPr algn="ctr">
              <a:defRPr sz="1350" b="0">
                <a:solidFill>
                  <a:srgbClr val="657D8E"/>
                </a:solidFill>
              </a:defRPr>
            </a:pPr>
            <a:r>
              <a:rPr sz="1350" b="0">
                <a:solidFill>
                  <a:srgbClr val="657D8E"/>
                </a:solidFill>
                <a:latin typeface="Microsoft YaHei"/>
                <a:ea typeface="Microsoft YaHei"/>
                <a:cs typeface="Microsoft YaHei"/>
              </a:rPr>
              <a:t>source_published_at</a:t>
            </a:r>
          </a:p>
        </p:txBody>
      </p:sp>
      <p:sp>
        <p:nvSpPr>
          <p:cNvPr id="10" name="boundary">
            <a:extLst xmlns:a="http://schemas.openxmlformats.org/drawingml/2006/main">
              <a:ext uri="{FF2B5EF4-FFF2-40B4-BE49-F238E27FC236}">
                <a16:creationId xmlns:a16="http://schemas.microsoft.com/office/drawing/2014/main" id="{867ADD6E-F039-4729-B2CB-165B978D4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4765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7DC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首次发现">
            <a:extLst xmlns:a="http://schemas.openxmlformats.org/drawingml/2006/main">
              <a:ext uri="{FF2B5EF4-FFF2-40B4-BE49-F238E27FC236}">
                <a16:creationId xmlns:a16="http://schemas.microsoft.com/office/drawing/2014/main" id="{1213A8B9-1662-4FEA-B88D-6BA994FA4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1714500"/>
            <a:ext cx="18097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950" b="1">
                <a:solidFill>
                  <a:srgbClr val="245D8F"/>
                </a:solidFill>
              </a:defRPr>
            </a:defPPr>
          </a:lstStyle>
          <a:p xmlns:a="http://schemas.openxmlformats.org/drawingml/2006/main">
            <a:pPr algn="ctr">
              <a:defRPr sz="1950" b="1">
                <a:solidFill>
                  <a:srgbClr val="245D8F"/>
                </a:solidFill>
              </a:defRPr>
            </a:pPr>
            <a:r>
              <a:rPr sz="1950" b="1">
                <a:solidFill>
                  <a:srgbClr val="245D8F"/>
                </a:solidFill>
                <a:latin typeface="Microsoft YaHei"/>
                <a:ea typeface="Microsoft YaHei"/>
                <a:cs typeface="Microsoft YaHei"/>
              </a:rPr>
              <a:t>首次发现</a:t>
            </a:r>
          </a:p>
        </p:txBody>
      </p:sp>
      <p:sp>
        <p:nvSpPr>
          <p:cNvPr id="12" name="first_seen_at">
            <a:extLst xmlns:a="http://schemas.openxmlformats.org/drawingml/2006/main">
              <a:ext uri="{FF2B5EF4-FFF2-40B4-BE49-F238E27FC236}">
                <a16:creationId xmlns:a16="http://schemas.microsoft.com/office/drawing/2014/main" id="{24CBF8E1-4190-4169-8757-05C742C8F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2943225"/>
            <a:ext cx="21336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350" b="0">
                <a:solidFill>
                  <a:srgbClr val="657D8E"/>
                </a:solidFill>
              </a:defRPr>
            </a:defPPr>
          </a:lstStyle>
          <a:p xmlns:a="http://schemas.openxmlformats.org/drawingml/2006/main">
            <a:pPr algn="ctr">
              <a:defRPr sz="1350" b="0">
                <a:solidFill>
                  <a:srgbClr val="657D8E"/>
                </a:solidFill>
              </a:defRPr>
            </a:pPr>
            <a:r>
              <a:rPr sz="1350" b="0">
                <a:solidFill>
                  <a:srgbClr val="657D8E"/>
                </a:solidFill>
                <a:latin typeface="Microsoft YaHei"/>
                <a:ea typeface="Microsoft YaHei"/>
                <a:cs typeface="Microsoft YaHei"/>
              </a:rPr>
              <a:t>first_seen_at</a:t>
            </a:r>
          </a:p>
        </p:txBody>
      </p:sp>
      <p:sp>
        <p:nvSpPr>
          <p:cNvPr id="13" name="boundary">
            <a:extLst xmlns:a="http://schemas.openxmlformats.org/drawingml/2006/main">
              <a:ext uri="{FF2B5EF4-FFF2-40B4-BE49-F238E27FC236}">
                <a16:creationId xmlns:a16="http://schemas.microsoft.com/office/drawing/2014/main" id="{52EC98EA-2A78-4DB4-BA6C-CEBC63AC9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24765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7DC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完成归一">
            <a:extLst xmlns:a="http://schemas.openxmlformats.org/drawingml/2006/main">
              <a:ext uri="{FF2B5EF4-FFF2-40B4-BE49-F238E27FC236}">
                <a16:creationId xmlns:a16="http://schemas.microsoft.com/office/drawing/2014/main" id="{BDC9C73B-6AFC-4EEF-A4BE-63D65334A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714500"/>
            <a:ext cx="18097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950" b="1">
                <a:solidFill>
                  <a:srgbClr val="245D8F"/>
                </a:solidFill>
              </a:defRPr>
            </a:defPPr>
          </a:lstStyle>
          <a:p xmlns:a="http://schemas.openxmlformats.org/drawingml/2006/main">
            <a:pPr algn="ctr">
              <a:defRPr sz="1950" b="1">
                <a:solidFill>
                  <a:srgbClr val="245D8F"/>
                </a:solidFill>
              </a:defRPr>
            </a:pPr>
            <a:r>
              <a:rPr sz="1950" b="1">
                <a:solidFill>
                  <a:srgbClr val="245D8F"/>
                </a:solidFill>
                <a:latin typeface="Microsoft YaHei"/>
                <a:ea typeface="Microsoft YaHei"/>
                <a:cs typeface="Microsoft YaHei"/>
              </a:rPr>
              <a:t>完成归一</a:t>
            </a:r>
          </a:p>
        </p:txBody>
      </p:sp>
      <p:sp>
        <p:nvSpPr>
          <p:cNvPr id="15" name="normalized_at">
            <a:extLst xmlns:a="http://schemas.openxmlformats.org/drawingml/2006/main">
              <a:ext uri="{FF2B5EF4-FFF2-40B4-BE49-F238E27FC236}">
                <a16:creationId xmlns:a16="http://schemas.microsoft.com/office/drawing/2014/main" id="{385437B0-D429-43BC-AC00-F08AC00BB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2943225"/>
            <a:ext cx="21336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350" b="0">
                <a:solidFill>
                  <a:srgbClr val="657D8E"/>
                </a:solidFill>
              </a:defRPr>
            </a:defPPr>
          </a:lstStyle>
          <a:p xmlns:a="http://schemas.openxmlformats.org/drawingml/2006/main">
            <a:pPr algn="ctr">
              <a:defRPr sz="1350" b="0">
                <a:solidFill>
                  <a:srgbClr val="657D8E"/>
                </a:solidFill>
              </a:defRPr>
            </a:pPr>
            <a:r>
              <a:rPr sz="1350" b="0">
                <a:solidFill>
                  <a:srgbClr val="657D8E"/>
                </a:solidFill>
                <a:latin typeface="Microsoft YaHei"/>
                <a:ea typeface="Microsoft YaHei"/>
                <a:cs typeface="Microsoft YaHei"/>
              </a:rPr>
              <a:t>normalized_at</a:t>
            </a:r>
          </a:p>
        </p:txBody>
      </p:sp>
      <p:sp>
        <p:nvSpPr>
          <p:cNvPr id="16" name="boundary">
            <a:extLst xmlns:a="http://schemas.openxmlformats.org/drawingml/2006/main">
              <a:ext uri="{FF2B5EF4-FFF2-40B4-BE49-F238E27FC236}">
                <a16:creationId xmlns:a16="http://schemas.microsoft.com/office/drawing/2014/main" id="{F2D1D4A4-FD63-498B-9348-1625E290F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4765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7DC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完成富化">
            <a:extLst xmlns:a="http://schemas.openxmlformats.org/drawingml/2006/main">
              <a:ext uri="{FF2B5EF4-FFF2-40B4-BE49-F238E27FC236}">
                <a16:creationId xmlns:a16="http://schemas.microsoft.com/office/drawing/2014/main" id="{057B46CC-C31F-494C-AB2A-CAD56095B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1714500"/>
            <a:ext cx="18097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950" b="1">
                <a:solidFill>
                  <a:srgbClr val="245D8F"/>
                </a:solidFill>
              </a:defRPr>
            </a:defPPr>
          </a:lstStyle>
          <a:p xmlns:a="http://schemas.openxmlformats.org/drawingml/2006/main">
            <a:pPr algn="ctr">
              <a:defRPr sz="1950" b="1">
                <a:solidFill>
                  <a:srgbClr val="245D8F"/>
                </a:solidFill>
              </a:defRPr>
            </a:pPr>
            <a:r>
              <a:rPr sz="1950" b="1">
                <a:solidFill>
                  <a:srgbClr val="245D8F"/>
                </a:solidFill>
                <a:latin typeface="Microsoft YaHei"/>
                <a:ea typeface="Microsoft YaHei"/>
                <a:cs typeface="Microsoft YaHei"/>
              </a:rPr>
              <a:t>完成富化</a:t>
            </a:r>
          </a:p>
        </p:txBody>
      </p:sp>
      <p:sp>
        <p:nvSpPr>
          <p:cNvPr id="18" name="enriched_at">
            <a:extLst xmlns:a="http://schemas.openxmlformats.org/drawingml/2006/main">
              <a:ext uri="{FF2B5EF4-FFF2-40B4-BE49-F238E27FC236}">
                <a16:creationId xmlns:a16="http://schemas.microsoft.com/office/drawing/2014/main" id="{7F85AB70-5D96-4895-B790-0B00BF27F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943225"/>
            <a:ext cx="21336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350" b="0">
                <a:solidFill>
                  <a:srgbClr val="657D8E"/>
                </a:solidFill>
              </a:defRPr>
            </a:defPPr>
          </a:lstStyle>
          <a:p xmlns:a="http://schemas.openxmlformats.org/drawingml/2006/main">
            <a:pPr algn="ctr">
              <a:defRPr sz="1350" b="0">
                <a:solidFill>
                  <a:srgbClr val="657D8E"/>
                </a:solidFill>
              </a:defRPr>
            </a:pPr>
            <a:r>
              <a:rPr sz="1350" b="0">
                <a:solidFill>
                  <a:srgbClr val="657D8E"/>
                </a:solidFill>
                <a:latin typeface="Microsoft YaHei"/>
                <a:ea typeface="Microsoft YaHei"/>
                <a:cs typeface="Microsoft YaHei"/>
              </a:rPr>
              <a:t>enriched_at</a:t>
            </a:r>
          </a:p>
        </p:txBody>
      </p:sp>
      <p:sp>
        <p:nvSpPr>
          <p:cNvPr id="19" name="boundary">
            <a:extLst xmlns:a="http://schemas.openxmlformats.org/drawingml/2006/main">
              <a:ext uri="{FF2B5EF4-FFF2-40B4-BE49-F238E27FC236}">
                <a16:creationId xmlns:a16="http://schemas.microsoft.com/office/drawing/2014/main" id="{7705ECD9-51BE-4B3A-91E6-7985CA1A5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24765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7DC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可查询">
            <a:extLst xmlns:a="http://schemas.openxmlformats.org/drawingml/2006/main">
              <a:ext uri="{FF2B5EF4-FFF2-40B4-BE49-F238E27FC236}">
                <a16:creationId xmlns:a16="http://schemas.microsoft.com/office/drawing/2014/main" id="{FB7D613C-8C58-414A-8154-6640EEEF8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1714500"/>
            <a:ext cx="18097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950" b="1">
                <a:solidFill>
                  <a:srgbClr val="245D8F"/>
                </a:solidFill>
              </a:defRPr>
            </a:defPPr>
          </a:lstStyle>
          <a:p xmlns:a="http://schemas.openxmlformats.org/drawingml/2006/main">
            <a:pPr algn="ctr">
              <a:defRPr sz="1950" b="1">
                <a:solidFill>
                  <a:srgbClr val="245D8F"/>
                </a:solidFill>
              </a:defRPr>
            </a:pPr>
            <a:r>
              <a:rPr sz="1950" b="1">
                <a:solidFill>
                  <a:srgbClr val="245D8F"/>
                </a:solidFill>
                <a:latin typeface="Microsoft YaHei"/>
                <a:ea typeface="Microsoft YaHei"/>
                <a:cs typeface="Microsoft YaHei"/>
              </a:rPr>
              <a:t>可查询</a:t>
            </a:r>
          </a:p>
        </p:txBody>
      </p:sp>
      <p:sp>
        <p:nvSpPr>
          <p:cNvPr id="21" name="queryable_at">
            <a:extLst xmlns:a="http://schemas.openxmlformats.org/drawingml/2006/main">
              <a:ext uri="{FF2B5EF4-FFF2-40B4-BE49-F238E27FC236}">
                <a16:creationId xmlns:a16="http://schemas.microsoft.com/office/drawing/2014/main" id="{C49ECE3E-0FDE-4741-B1F2-1D4013EF0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2943225"/>
            <a:ext cx="21336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350" b="0">
                <a:solidFill>
                  <a:srgbClr val="657D8E"/>
                </a:solidFill>
              </a:defRPr>
            </a:defPPr>
          </a:lstStyle>
          <a:p xmlns:a="http://schemas.openxmlformats.org/drawingml/2006/main">
            <a:pPr algn="ctr">
              <a:defRPr sz="1350" b="0">
                <a:solidFill>
                  <a:srgbClr val="657D8E"/>
                </a:solidFill>
              </a:defRPr>
            </a:pPr>
            <a:r>
              <a:rPr sz="1350" b="0">
                <a:solidFill>
                  <a:srgbClr val="657D8E"/>
                </a:solidFill>
                <a:latin typeface="Microsoft YaHei"/>
                <a:ea typeface="Microsoft YaHei"/>
                <a:cs typeface="Microsoft YaHei"/>
              </a:rPr>
              <a:t>queryable_at</a:t>
            </a:r>
          </a:p>
        </p:txBody>
      </p:sp>
      <p:sp>
        <p:nvSpPr>
          <p:cNvPr id="22" name="采集时延 首见 − 发布">
            <a:extLst xmlns:a="http://schemas.openxmlformats.org/drawingml/2006/main">
              <a:ext uri="{FF2B5EF4-FFF2-40B4-BE49-F238E27FC236}">
                <a16:creationId xmlns:a16="http://schemas.microsoft.com/office/drawing/2014/main" id="{ABA7E8E6-974D-408A-AA7A-6771ECA28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33850"/>
            <a:ext cx="2628900" cy="1047750"/>
          </a:xfrm>
          <a:prstGeom xmlns:a="http://schemas.openxmlformats.org/drawingml/2006/main" prst="roundRect">
            <a:avLst>
              <a:gd name="adj" fmla="val 10909"/>
            </a:avLst>
          </a:prstGeom>
          <a:solidFill xmlns:a="http://schemas.openxmlformats.org/drawingml/2006/main">
            <a:srgbClr val="EAF4FC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950" b="1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ctr">
              <a:defRPr sz="1950" b="1">
                <a:solidFill>
                  <a:srgbClr val="233E54"/>
                </a:solidFill>
              </a:defRPr>
            </a:pPr>
            <a:r>
              <a:rPr sz="1950" b="1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采集时延</a:t>
            </a:r>
          </a:p>
          <a:p xmlns:a="http://schemas.openxmlformats.org/drawingml/2006/main">
            <a:pPr algn="ctr">
              <a:defRPr sz="1950" b="1">
                <a:solidFill>
                  <a:srgbClr val="233E54"/>
                </a:solidFill>
              </a:defRPr>
            </a:pPr>
            <a:r>
              <a:rPr sz="1950" b="1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首见 − 发布</a:t>
            </a:r>
          </a:p>
        </p:txBody>
      </p:sp>
      <p:sp>
        <p:nvSpPr>
          <p:cNvPr id="23" name="处理时延 可查询 − 首见">
            <a:extLst xmlns:a="http://schemas.openxmlformats.org/drawingml/2006/main">
              <a:ext uri="{FF2B5EF4-FFF2-40B4-BE49-F238E27FC236}">
                <a16:creationId xmlns:a16="http://schemas.microsoft.com/office/drawing/2014/main" id="{7D51C9EE-1B37-4A99-B8D6-B17EBFD44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4133850"/>
            <a:ext cx="7096125" cy="1047750"/>
          </a:xfrm>
          <a:prstGeom xmlns:a="http://schemas.openxmlformats.org/drawingml/2006/main" prst="roundRect">
            <a:avLst>
              <a:gd name="adj" fmla="val 10909"/>
            </a:avLst>
          </a:prstGeom>
          <a:solidFill xmlns:a="http://schemas.openxmlformats.org/drawingml/2006/main">
            <a:srgbClr val="E5F0DA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950" b="1">
                <a:solidFill>
                  <a:srgbClr val="547D45"/>
                </a:solidFill>
              </a:defRPr>
            </a:defPPr>
          </a:lstStyle>
          <a:p xmlns:a="http://schemas.openxmlformats.org/drawingml/2006/main">
            <a:pPr algn="ctr">
              <a:defRPr sz="1950" b="1">
                <a:solidFill>
                  <a:srgbClr val="547D45"/>
                </a:solidFill>
              </a:defRPr>
            </a:pPr>
            <a:r>
              <a:rPr sz="1950" b="1">
                <a:solidFill>
                  <a:srgbClr val="547D45"/>
                </a:solidFill>
                <a:latin typeface="Microsoft YaHei"/>
                <a:ea typeface="Microsoft YaHei"/>
                <a:cs typeface="Microsoft YaHei"/>
              </a:rPr>
              <a:t>处理时延</a:t>
            </a:r>
          </a:p>
          <a:p xmlns:a="http://schemas.openxmlformats.org/drawingml/2006/main">
            <a:pPr algn="ctr">
              <a:defRPr sz="1950" b="1">
                <a:solidFill>
                  <a:srgbClr val="547D45"/>
                </a:solidFill>
              </a:defRPr>
            </a:pPr>
            <a:r>
              <a:rPr sz="1950" b="1">
                <a:solidFill>
                  <a:srgbClr val="547D45"/>
                </a:solidFill>
                <a:latin typeface="Microsoft YaHei"/>
                <a:ea typeface="Microsoft YaHei"/>
                <a:cs typeface="Microsoft YaHei"/>
              </a:rPr>
              <a:t>可查询 − 首见</a:t>
            </a:r>
          </a:p>
        </p:txBody>
      </p:sp>
      <p:sp>
        <p:nvSpPr>
          <p:cNvPr id="24" name="端到端 = 可查询 − 发布 目标值 ≤6 h（待测）">
            <a:extLst xmlns:a="http://schemas.openxmlformats.org/drawingml/2006/main">
              <a:ext uri="{FF2B5EF4-FFF2-40B4-BE49-F238E27FC236}">
                <a16:creationId xmlns:a16="http://schemas.microsoft.com/office/drawing/2014/main" id="{CA3E0ADB-7BA5-4D89-B1F1-09AF95996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24550"/>
            <a:ext cx="10096500" cy="1095375"/>
          </a:xfrm>
          <a:prstGeom xmlns:a="http://schemas.openxmlformats.org/drawingml/2006/main" prst="roundRect">
            <a:avLst>
              <a:gd name="adj" fmla="val 10435"/>
            </a:avLst>
          </a:prstGeom>
          <a:solidFill xmlns:a="http://schemas.openxmlformats.org/drawingml/2006/main">
            <a:srgbClr val="FFF1CB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2175" b="1">
                <a:solidFill>
                  <a:srgbClr val="A67A20"/>
                </a:solidFill>
              </a:defRPr>
            </a:defPPr>
          </a:lstStyle>
          <a:p xmlns:a="http://schemas.openxmlformats.org/drawingml/2006/main">
            <a:pPr algn="ctr">
              <a:defRPr sz="2175" b="1">
                <a:solidFill>
                  <a:srgbClr val="A67A20"/>
                </a:solidFill>
              </a:defRPr>
            </a:pPr>
            <a:r>
              <a:rPr sz="2175" b="1">
                <a:solidFill>
                  <a:srgbClr val="A67A20"/>
                </a:solidFill>
                <a:latin typeface="Microsoft YaHei"/>
                <a:ea typeface="Microsoft YaHei"/>
                <a:cs typeface="Microsoft YaHei"/>
              </a:rPr>
              <a:t>端到端 = 可查询 − 发布</a:t>
            </a:r>
          </a:p>
          <a:p xmlns:a="http://schemas.openxmlformats.org/drawingml/2006/main">
            <a:pPr algn="ctr">
              <a:defRPr sz="2175" b="1">
                <a:solidFill>
                  <a:srgbClr val="A67A20"/>
                </a:solidFill>
              </a:defRPr>
            </a:pPr>
            <a:r>
              <a:rPr sz="2175" b="1">
                <a:solidFill>
                  <a:srgbClr val="A67A20"/>
                </a:solidFill>
                <a:latin typeface="Microsoft YaHei"/>
                <a:ea typeface="Microsoft YaHei"/>
                <a:cs typeface="Microsoft YaHei"/>
              </a:rPr>
              <a:t>目标值 ≤6 h（待测）</a:t>
            </a:r>
          </a:p>
        </p:txBody>
      </p:sp>
      <p:sp>
        <p:nvSpPr>
          <p:cNvPr id="25" name="仅漏洞类首次发现；日更源单列；DEMO 不计；日期精度不足按当日零点计，保守高估">
            <a:extLst xmlns:a="http://schemas.openxmlformats.org/drawingml/2006/main">
              <a:ext uri="{FF2B5EF4-FFF2-40B4-BE49-F238E27FC236}">
                <a16:creationId xmlns:a16="http://schemas.microsoft.com/office/drawing/2014/main" id="{1B7DC1FA-69FB-4E95-B237-F362AFCE8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7353300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350" b="0">
                <a:solidFill>
                  <a:srgbClr val="657D8E"/>
                </a:solidFill>
              </a:defRPr>
            </a:defPPr>
          </a:lstStyle>
          <a:p xmlns:a="http://schemas.openxmlformats.org/drawingml/2006/main">
            <a:pPr algn="ctr">
              <a:defRPr sz="1350" b="0">
                <a:solidFill>
                  <a:srgbClr val="657D8E"/>
                </a:solidFill>
              </a:defRPr>
            </a:pPr>
            <a:r>
              <a:rPr sz="1350" b="0">
                <a:solidFill>
                  <a:srgbClr val="657D8E"/>
                </a:solidFill>
                <a:latin typeface="Microsoft YaHei"/>
                <a:ea typeface="Microsoft YaHei"/>
                <a:cs typeface="Microsoft YaHei"/>
              </a:rPr>
              <a:t>仅漏洞类首次发现；日更源单列；DEMO 不计；日期精度不足按当日零点计，保守高估</a:t>
            </a:r>
          </a:p>
        </p:txBody>
      </p:sp>
    </p:spTree>
    <p:extLst>
      <p:ext uri="{BB962C8B-B14F-4D97-AF65-F5344CB8AC3E}">
        <p14:creationId xmlns:p14="http://schemas.microsoft.com/office/powerpoint/2010/main" val="1613677320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3" name="F-29">
            <a:extLst xmlns:a="http://schemas.openxmlformats.org/drawingml/2006/main">
              <a:ext uri="{FF2B5EF4-FFF2-40B4-BE49-F238E27FC236}">
                <a16:creationId xmlns:a16="http://schemas.microsoft.com/office/drawing/2014/main" id="{E5B45D25-3510-4838-A6F4-87086E333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9075"/>
            <a:ext cx="95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l">
              <a:defRPr sz="1650" b="1">
                <a:solidFill>
                  <a:srgbClr val="277DC3"/>
                </a:solidFill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277DC3"/>
                </a:solidFill>
              </a:defRPr>
            </a:pPr>
            <a:r>
              <a:rPr sz="1650" b="1">
                <a:solidFill>
                  <a:srgbClr val="277DC3"/>
                </a:solidFill>
                <a:latin typeface="Microsoft YaHei"/>
                <a:ea typeface="Microsoft YaHei"/>
                <a:cs typeface="Microsoft YaHei"/>
              </a:rPr>
              <a:t>F-29</a:t>
            </a:r>
          </a:p>
        </p:txBody>
      </p:sp>
      <p:sp>
        <p:nvSpPr>
          <p:cNvPr id="2" name="七项创新点总览">
            <a:extLst xmlns:a="http://schemas.openxmlformats.org/drawingml/2006/main">
              <a:ext uri="{FF2B5EF4-FFF2-40B4-BE49-F238E27FC236}">
                <a16:creationId xmlns:a16="http://schemas.microsoft.com/office/drawing/2014/main" id="{CDCA2D52-1170-42BD-A3FA-47AE3D92E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152400"/>
            <a:ext cx="9525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l">
              <a:defRPr sz="2400" b="1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233E54"/>
                </a:solidFill>
              </a:defRPr>
            </a:pPr>
            <a:r>
              <a:rPr sz="2400" b="1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七项创新点总览</a:t>
            </a:r>
          </a:p>
        </p:txBody>
      </p:sp>
      <p:sp>
        <p:nvSpPr>
          <p:cNvPr id="3" name="boundary">
            <a:extLst xmlns:a="http://schemas.openxmlformats.org/drawingml/2006/main">
              <a:ext uri="{FF2B5EF4-FFF2-40B4-BE49-F238E27FC236}">
                <a16:creationId xmlns:a16="http://schemas.microsoft.com/office/drawing/2014/main" id="{37FC5652-4D98-4E88-B4AD-C51830E87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28675"/>
            <a:ext cx="10515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C4D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创新方向">
            <a:extLst xmlns:a="http://schemas.openxmlformats.org/drawingml/2006/main">
              <a:ext uri="{FF2B5EF4-FFF2-40B4-BE49-F238E27FC236}">
                <a16:creationId xmlns:a16="http://schemas.microsoft.com/office/drawing/2014/main" id="{B427FCE7-3185-4301-8DEE-D6D258AF3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1114425"/>
            <a:ext cx="457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l">
              <a:defRPr sz="2025" b="1">
                <a:solidFill>
                  <a:srgbClr val="277DC3"/>
                </a:solidFill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277DC3"/>
                </a:solidFill>
              </a:defRPr>
            </a:pPr>
            <a:r>
              <a:rPr sz="2025" b="1">
                <a:solidFill>
                  <a:srgbClr val="277DC3"/>
                </a:solidFill>
                <a:latin typeface="Microsoft YaHei"/>
                <a:ea typeface="Microsoft YaHei"/>
                <a:cs typeface="Microsoft YaHei"/>
              </a:rPr>
              <a:t>创新方向</a:t>
            </a:r>
          </a:p>
        </p:txBody>
      </p:sp>
      <p:sp>
        <p:nvSpPr>
          <p:cNvPr id="5" name="关键机制">
            <a:extLst xmlns:a="http://schemas.openxmlformats.org/drawingml/2006/main">
              <a:ext uri="{FF2B5EF4-FFF2-40B4-BE49-F238E27FC236}">
                <a16:creationId xmlns:a16="http://schemas.microsoft.com/office/drawing/2014/main" id="{E1F1B9E7-A7C6-4CEB-850C-8CBE72996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1114425"/>
            <a:ext cx="304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l">
              <a:defRPr sz="2025" b="1">
                <a:solidFill>
                  <a:srgbClr val="277DC3"/>
                </a:solidFill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277DC3"/>
                </a:solidFill>
              </a:defRPr>
            </a:pPr>
            <a:r>
              <a:rPr sz="2025" b="1">
                <a:solidFill>
                  <a:srgbClr val="277DC3"/>
                </a:solidFill>
                <a:latin typeface="Microsoft YaHei"/>
                <a:ea typeface="Microsoft YaHei"/>
                <a:cs typeface="Microsoft YaHei"/>
              </a:rPr>
              <a:t>关键机制</a:t>
            </a:r>
          </a:p>
        </p:txBody>
      </p:sp>
      <p:sp>
        <p:nvSpPr>
          <p:cNvPr id="6" name="验证维度">
            <a:extLst xmlns:a="http://schemas.openxmlformats.org/drawingml/2006/main">
              <a:ext uri="{FF2B5EF4-FFF2-40B4-BE49-F238E27FC236}">
                <a16:creationId xmlns:a16="http://schemas.microsoft.com/office/drawing/2014/main" id="{8997D830-AE60-43AC-BD68-ED7F90B04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1114425"/>
            <a:ext cx="1809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l">
              <a:defRPr sz="2025" b="1">
                <a:solidFill>
                  <a:srgbClr val="547D45"/>
                </a:solidFill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547D45"/>
                </a:solidFill>
              </a:defRPr>
            </a:pPr>
            <a:r>
              <a:rPr sz="2025" b="1">
                <a:solidFill>
                  <a:srgbClr val="547D45"/>
                </a:solidFill>
                <a:latin typeface="Microsoft YaHei"/>
                <a:ea typeface="Microsoft YaHei"/>
                <a:cs typeface="Microsoft YaHei"/>
              </a:rPr>
              <a:t>验证维度</a:t>
            </a:r>
          </a:p>
        </p:txBody>
      </p:sp>
      <p:sp>
        <p:nvSpPr>
          <p:cNvPr id="7" name="boundary">
            <a:extLst xmlns:a="http://schemas.openxmlformats.org/drawingml/2006/main">
              <a:ext uri="{FF2B5EF4-FFF2-40B4-BE49-F238E27FC236}">
                <a16:creationId xmlns:a16="http://schemas.microsoft.com/office/drawing/2014/main" id="{C0A55E88-1FE5-40D4-B692-0F545F650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762125"/>
            <a:ext cx="10477500" cy="676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1">
            <a:extLst xmlns:a="http://schemas.openxmlformats.org/drawingml/2006/main">
              <a:ext uri="{FF2B5EF4-FFF2-40B4-BE49-F238E27FC236}">
                <a16:creationId xmlns:a16="http://schemas.microsoft.com/office/drawing/2014/main" id="{29D6B016-74CC-4990-B421-F7682FF19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8859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7DC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500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9" name="面向 AI 基础设施的垂直多源融合">
            <a:extLst xmlns:a="http://schemas.openxmlformats.org/drawingml/2006/main">
              <a:ext uri="{FF2B5EF4-FFF2-40B4-BE49-F238E27FC236}">
                <a16:creationId xmlns:a16="http://schemas.microsoft.com/office/drawing/2014/main" id="{6F125EA3-D3AE-4C98-AA6B-EE397A510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1800225"/>
            <a:ext cx="46482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l">
              <a:defRPr sz="1800" b="1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233E54"/>
                </a:solidFill>
              </a:defRPr>
            </a:pPr>
            <a:r>
              <a:rPr sz="1800" b="1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面向 AI 基础设施的垂直多源融合</a:t>
            </a:r>
          </a:p>
        </p:txBody>
      </p:sp>
      <p:sp>
        <p:nvSpPr>
          <p:cNvPr id="10" name="P0 5 min / 无 CVE 入库">
            <a:extLst xmlns:a="http://schemas.openxmlformats.org/drawingml/2006/main">
              <a:ext uri="{FF2B5EF4-FFF2-40B4-BE49-F238E27FC236}">
                <a16:creationId xmlns:a16="http://schemas.microsoft.com/office/drawing/2014/main" id="{725DA105-1EBF-43DF-8D0F-2FC4CE4BD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1809750"/>
            <a:ext cx="33337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l">
              <a:defRPr sz="1650" b="0">
                <a:solidFill>
                  <a:srgbClr val="657D8E"/>
                </a:solidFill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657D8E"/>
                </a:solidFill>
              </a:defRPr>
            </a:pPr>
            <a:r>
              <a:rPr sz="1650" b="0">
                <a:solidFill>
                  <a:srgbClr val="657D8E"/>
                </a:solidFill>
                <a:latin typeface="Microsoft YaHei"/>
                <a:ea typeface="Microsoft YaHei"/>
                <a:cs typeface="Microsoft YaHei"/>
              </a:rPr>
              <a:t>P0 5 min / 无 CVE 入库</a:t>
            </a:r>
          </a:p>
        </p:txBody>
      </p:sp>
      <p:sp>
        <p:nvSpPr>
          <p:cNvPr id="11" name="监测 / 时效">
            <a:extLst xmlns:a="http://schemas.openxmlformats.org/drawingml/2006/main">
              <a:ext uri="{FF2B5EF4-FFF2-40B4-BE49-F238E27FC236}">
                <a16:creationId xmlns:a16="http://schemas.microsoft.com/office/drawing/2014/main" id="{BA686706-5A07-482E-BFE8-287288598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4975" y="1809750"/>
            <a:ext cx="16192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650" b="1">
                <a:solidFill>
                  <a:srgbClr val="547D45"/>
                </a:solidFill>
              </a:defRPr>
            </a:defPPr>
          </a:lstStyle>
          <a:p xmlns:a="http://schemas.openxmlformats.org/drawingml/2006/main">
            <a:pPr algn="ctr">
              <a:defRPr sz="1650" b="1">
                <a:solidFill>
                  <a:srgbClr val="547D45"/>
                </a:solidFill>
              </a:defRPr>
            </a:pPr>
            <a:r>
              <a:rPr sz="1650" b="1">
                <a:solidFill>
                  <a:srgbClr val="547D45"/>
                </a:solidFill>
                <a:latin typeface="Microsoft YaHei"/>
                <a:ea typeface="Microsoft YaHei"/>
                <a:cs typeface="Microsoft YaHei"/>
              </a:rPr>
              <a:t>监测 / 时效</a:t>
            </a:r>
          </a:p>
        </p:txBody>
      </p:sp>
      <p:sp>
        <p:nvSpPr>
          <p:cNvPr id="12" name="boundary">
            <a:extLst xmlns:a="http://schemas.openxmlformats.org/drawingml/2006/main">
              <a:ext uri="{FF2B5EF4-FFF2-40B4-BE49-F238E27FC236}">
                <a16:creationId xmlns:a16="http://schemas.microsoft.com/office/drawing/2014/main" id="{164F4677-967B-46BD-9314-3CDC2FF8D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524125"/>
            <a:ext cx="10477500" cy="676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2">
            <a:extLst xmlns:a="http://schemas.openxmlformats.org/drawingml/2006/main">
              <a:ext uri="{FF2B5EF4-FFF2-40B4-BE49-F238E27FC236}">
                <a16:creationId xmlns:a16="http://schemas.microsoft.com/office/drawing/2014/main" id="{38FBFC37-DEBD-4EEE-B54B-A7C691389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6479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47D4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500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4" name="可解释的自动关联推理引擎">
            <a:extLst xmlns:a="http://schemas.openxmlformats.org/drawingml/2006/main">
              <a:ext uri="{FF2B5EF4-FFF2-40B4-BE49-F238E27FC236}">
                <a16:creationId xmlns:a16="http://schemas.microsoft.com/office/drawing/2014/main" id="{3BF61B59-3C60-413C-963B-BCE503091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562225"/>
            <a:ext cx="46482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l">
              <a:defRPr sz="1800" b="1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233E54"/>
                </a:solidFill>
              </a:defRPr>
            </a:pPr>
            <a:r>
              <a:rPr sz="1800" b="1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可解释的自动关联推理引擎</a:t>
            </a:r>
          </a:p>
        </p:txBody>
      </p:sp>
      <p:sp>
        <p:nvSpPr>
          <p:cNvPr id="15" name="边带理由 / Critic 门槛">
            <a:extLst xmlns:a="http://schemas.openxmlformats.org/drawingml/2006/main">
              <a:ext uri="{FF2B5EF4-FFF2-40B4-BE49-F238E27FC236}">
                <a16:creationId xmlns:a16="http://schemas.microsoft.com/office/drawing/2014/main" id="{03128877-8289-4343-BCCD-85CB8B666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2571750"/>
            <a:ext cx="33337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l">
              <a:defRPr sz="1650" b="0">
                <a:solidFill>
                  <a:srgbClr val="657D8E"/>
                </a:solidFill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657D8E"/>
                </a:solidFill>
              </a:defRPr>
            </a:pPr>
            <a:r>
              <a:rPr sz="1650" b="0">
                <a:solidFill>
                  <a:srgbClr val="657D8E"/>
                </a:solidFill>
                <a:latin typeface="Microsoft YaHei"/>
                <a:ea typeface="Microsoft YaHei"/>
                <a:cs typeface="Microsoft YaHei"/>
              </a:rPr>
              <a:t>边带理由 / Critic 门槛</a:t>
            </a:r>
          </a:p>
        </p:txBody>
      </p:sp>
      <p:sp>
        <p:nvSpPr>
          <p:cNvPr id="16" name="富化 / 准确">
            <a:extLst xmlns:a="http://schemas.openxmlformats.org/drawingml/2006/main">
              <a:ext uri="{FF2B5EF4-FFF2-40B4-BE49-F238E27FC236}">
                <a16:creationId xmlns:a16="http://schemas.microsoft.com/office/drawing/2014/main" id="{5EE622E0-1335-455B-9B8A-7EC742078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4975" y="2571750"/>
            <a:ext cx="16192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650" b="1">
                <a:solidFill>
                  <a:srgbClr val="547D45"/>
                </a:solidFill>
              </a:defRPr>
            </a:defPPr>
          </a:lstStyle>
          <a:p xmlns:a="http://schemas.openxmlformats.org/drawingml/2006/main">
            <a:pPr algn="ctr">
              <a:defRPr sz="1650" b="1">
                <a:solidFill>
                  <a:srgbClr val="547D45"/>
                </a:solidFill>
              </a:defRPr>
            </a:pPr>
            <a:r>
              <a:rPr sz="1650" b="1">
                <a:solidFill>
                  <a:srgbClr val="547D45"/>
                </a:solidFill>
                <a:latin typeface="Microsoft YaHei"/>
                <a:ea typeface="Microsoft YaHei"/>
                <a:cs typeface="Microsoft YaHei"/>
              </a:rPr>
              <a:t>富化 / 准确</a:t>
            </a:r>
          </a:p>
        </p:txBody>
      </p:sp>
      <p:sp>
        <p:nvSpPr>
          <p:cNvPr id="17" name="boundary">
            <a:extLst xmlns:a="http://schemas.openxmlformats.org/drawingml/2006/main">
              <a:ext uri="{FF2B5EF4-FFF2-40B4-BE49-F238E27FC236}">
                <a16:creationId xmlns:a16="http://schemas.microsoft.com/office/drawing/2014/main" id="{7EF110D9-5251-46AE-8464-BB499CEF7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286125"/>
            <a:ext cx="10477500" cy="676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3">
            <a:extLst xmlns:a="http://schemas.openxmlformats.org/drawingml/2006/main">
              <a:ext uri="{FF2B5EF4-FFF2-40B4-BE49-F238E27FC236}">
                <a16:creationId xmlns:a16="http://schemas.microsoft.com/office/drawing/2014/main" id="{F635E3B8-C4C1-4147-8F4C-1FBBE9DAA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4099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7DC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500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9" name="从依赖文件出发的影响自查">
            <a:extLst xmlns:a="http://schemas.openxmlformats.org/drawingml/2006/main">
              <a:ext uri="{FF2B5EF4-FFF2-40B4-BE49-F238E27FC236}">
                <a16:creationId xmlns:a16="http://schemas.microsoft.com/office/drawing/2014/main" id="{114DB9FC-F370-4957-BF3E-C2ECEB9C4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324225"/>
            <a:ext cx="46482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l">
              <a:defRPr sz="1800" b="1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233E54"/>
                </a:solidFill>
              </a:defRPr>
            </a:pPr>
            <a:r>
              <a:rPr sz="1800" b="1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从依赖文件出发的影响自查</a:t>
            </a:r>
          </a:p>
        </p:txBody>
      </p:sp>
      <p:sp>
        <p:nvSpPr>
          <p:cNvPr id="20" name="OSV 求解 / 三种结果">
            <a:extLst xmlns:a="http://schemas.openxmlformats.org/drawingml/2006/main">
              <a:ext uri="{FF2B5EF4-FFF2-40B4-BE49-F238E27FC236}">
                <a16:creationId xmlns:a16="http://schemas.microsoft.com/office/drawing/2014/main" id="{31A1AD1B-DF8A-402D-BFF1-278EDFC7A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3333750"/>
            <a:ext cx="33337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l">
              <a:defRPr sz="1650" b="0">
                <a:solidFill>
                  <a:srgbClr val="657D8E"/>
                </a:solidFill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657D8E"/>
                </a:solidFill>
              </a:defRPr>
            </a:pPr>
            <a:r>
              <a:rPr sz="1650" b="0">
                <a:solidFill>
                  <a:srgbClr val="657D8E"/>
                </a:solidFill>
                <a:latin typeface="Microsoft YaHei"/>
                <a:ea typeface="Microsoft YaHei"/>
                <a:cs typeface="Microsoft YaHei"/>
              </a:rPr>
              <a:t>OSV 求解 / 三种结果</a:t>
            </a:r>
          </a:p>
        </p:txBody>
      </p:sp>
      <p:sp>
        <p:nvSpPr>
          <p:cNvPr id="21" name="富化 / Agent">
            <a:extLst xmlns:a="http://schemas.openxmlformats.org/drawingml/2006/main">
              <a:ext uri="{FF2B5EF4-FFF2-40B4-BE49-F238E27FC236}">
                <a16:creationId xmlns:a16="http://schemas.microsoft.com/office/drawing/2014/main" id="{1C2FA97B-ED3F-4269-A3F9-C0092E745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4975" y="3333750"/>
            <a:ext cx="16192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650" b="1">
                <a:solidFill>
                  <a:srgbClr val="547D45"/>
                </a:solidFill>
              </a:defRPr>
            </a:defPPr>
          </a:lstStyle>
          <a:p xmlns:a="http://schemas.openxmlformats.org/drawingml/2006/main">
            <a:pPr algn="ctr">
              <a:defRPr sz="1650" b="1">
                <a:solidFill>
                  <a:srgbClr val="547D45"/>
                </a:solidFill>
              </a:defRPr>
            </a:pPr>
            <a:r>
              <a:rPr sz="1650" b="1">
                <a:solidFill>
                  <a:srgbClr val="547D45"/>
                </a:solidFill>
                <a:latin typeface="Microsoft YaHei"/>
                <a:ea typeface="Microsoft YaHei"/>
                <a:cs typeface="Microsoft YaHei"/>
              </a:rPr>
              <a:t>富化 / Agent</a:t>
            </a:r>
          </a:p>
        </p:txBody>
      </p:sp>
      <p:sp>
        <p:nvSpPr>
          <p:cNvPr id="22" name="boundary">
            <a:extLst xmlns:a="http://schemas.openxmlformats.org/drawingml/2006/main">
              <a:ext uri="{FF2B5EF4-FFF2-40B4-BE49-F238E27FC236}">
                <a16:creationId xmlns:a16="http://schemas.microsoft.com/office/drawing/2014/main" id="{038574A3-D161-4BE7-9C76-816E20967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048125"/>
            <a:ext cx="10477500" cy="676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4">
            <a:extLst xmlns:a="http://schemas.openxmlformats.org/drawingml/2006/main">
              <a:ext uri="{FF2B5EF4-FFF2-40B4-BE49-F238E27FC236}">
                <a16:creationId xmlns:a16="http://schemas.microsoft.com/office/drawing/2014/main" id="{EF518678-B2D0-4E31-96BF-1D2B24A90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1719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47D4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500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24" name="可解释 GraphRAG 问答">
            <a:extLst xmlns:a="http://schemas.openxmlformats.org/drawingml/2006/main">
              <a:ext uri="{FF2B5EF4-FFF2-40B4-BE49-F238E27FC236}">
                <a16:creationId xmlns:a16="http://schemas.microsoft.com/office/drawing/2014/main" id="{F5B3CD21-7ACD-4973-A6C9-AEAF838A1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086225"/>
            <a:ext cx="46482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l">
              <a:defRPr sz="1800" b="1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233E54"/>
                </a:solidFill>
              </a:defRPr>
            </a:pPr>
            <a:r>
              <a:rPr sz="1800" b="1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可解释 GraphRAG 问答</a:t>
            </a:r>
          </a:p>
        </p:txBody>
      </p:sp>
      <p:sp>
        <p:nvSpPr>
          <p:cNvPr id="25" name="三路检索 / 逐句引用">
            <a:extLst xmlns:a="http://schemas.openxmlformats.org/drawingml/2006/main">
              <a:ext uri="{FF2B5EF4-FFF2-40B4-BE49-F238E27FC236}">
                <a16:creationId xmlns:a16="http://schemas.microsoft.com/office/drawing/2014/main" id="{0EA0570B-A8CC-45F4-A7A2-AE8D440F7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4095750"/>
            <a:ext cx="33337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l">
              <a:defRPr sz="1650" b="0">
                <a:solidFill>
                  <a:srgbClr val="657D8E"/>
                </a:solidFill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657D8E"/>
                </a:solidFill>
              </a:defRPr>
            </a:pPr>
            <a:r>
              <a:rPr sz="1650" b="0">
                <a:solidFill>
                  <a:srgbClr val="657D8E"/>
                </a:solidFill>
                <a:latin typeface="Microsoft YaHei"/>
                <a:ea typeface="Microsoft YaHei"/>
                <a:cs typeface="Microsoft YaHei"/>
              </a:rPr>
              <a:t>三路检索 / 逐句引用</a:t>
            </a:r>
          </a:p>
        </p:txBody>
      </p:sp>
      <p:sp>
        <p:nvSpPr>
          <p:cNvPr id="26" name="问答 / 准确">
            <a:extLst xmlns:a="http://schemas.openxmlformats.org/drawingml/2006/main">
              <a:ext uri="{FF2B5EF4-FFF2-40B4-BE49-F238E27FC236}">
                <a16:creationId xmlns:a16="http://schemas.microsoft.com/office/drawing/2014/main" id="{FD1E5A95-CC9E-400D-A790-3469B1C2F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4975" y="4095750"/>
            <a:ext cx="16192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650" b="1">
                <a:solidFill>
                  <a:srgbClr val="547D45"/>
                </a:solidFill>
              </a:defRPr>
            </a:defPPr>
          </a:lstStyle>
          <a:p xmlns:a="http://schemas.openxmlformats.org/drawingml/2006/main">
            <a:pPr algn="ctr">
              <a:defRPr sz="1650" b="1">
                <a:solidFill>
                  <a:srgbClr val="547D45"/>
                </a:solidFill>
              </a:defRPr>
            </a:pPr>
            <a:r>
              <a:rPr sz="1650" b="1">
                <a:solidFill>
                  <a:srgbClr val="547D45"/>
                </a:solidFill>
                <a:latin typeface="Microsoft YaHei"/>
                <a:ea typeface="Microsoft YaHei"/>
                <a:cs typeface="Microsoft YaHei"/>
              </a:rPr>
              <a:t>问答 / 准确</a:t>
            </a:r>
          </a:p>
        </p:txBody>
      </p:sp>
      <p:sp>
        <p:nvSpPr>
          <p:cNvPr id="27" name="boundary">
            <a:extLst xmlns:a="http://schemas.openxmlformats.org/drawingml/2006/main">
              <a:ext uri="{FF2B5EF4-FFF2-40B4-BE49-F238E27FC236}">
                <a16:creationId xmlns:a16="http://schemas.microsoft.com/office/drawing/2014/main" id="{D476B932-4A13-4A20-91DA-2CC48D95E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810125"/>
            <a:ext cx="10477500" cy="676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5">
            <a:extLst xmlns:a="http://schemas.openxmlformats.org/drawingml/2006/main">
              <a:ext uri="{FF2B5EF4-FFF2-40B4-BE49-F238E27FC236}">
                <a16:creationId xmlns:a16="http://schemas.microsoft.com/office/drawing/2014/main" id="{A1E9F4CB-C5FC-4B2B-8911-727DAF2E6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9339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7DC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500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29" name="内部多智能体编排与外部 MCP 开放">
            <a:extLst xmlns:a="http://schemas.openxmlformats.org/drawingml/2006/main">
              <a:ext uri="{FF2B5EF4-FFF2-40B4-BE49-F238E27FC236}">
                <a16:creationId xmlns:a16="http://schemas.microsoft.com/office/drawing/2014/main" id="{50999B57-7C1B-4109-80AC-7F8248A8E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848225"/>
            <a:ext cx="46482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l">
              <a:defRPr sz="1800" b="1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233E54"/>
                </a:solidFill>
              </a:defRPr>
            </a:pPr>
            <a:r>
              <a:rPr sz="1800" b="1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内部多智能体编排与外部 MCP 开放</a:t>
            </a:r>
          </a:p>
        </p:txBody>
      </p:sp>
      <p:sp>
        <p:nvSpPr>
          <p:cNvPr id="30" name="9 角色 / 统一服务层">
            <a:extLst xmlns:a="http://schemas.openxmlformats.org/drawingml/2006/main">
              <a:ext uri="{FF2B5EF4-FFF2-40B4-BE49-F238E27FC236}">
                <a16:creationId xmlns:a16="http://schemas.microsoft.com/office/drawing/2014/main" id="{4E7D7BF5-00AF-4ECC-A81B-3B116675D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4857750"/>
            <a:ext cx="33337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l">
              <a:defRPr sz="1650" b="0">
                <a:solidFill>
                  <a:srgbClr val="657D8E"/>
                </a:solidFill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657D8E"/>
                </a:solidFill>
              </a:defRPr>
            </a:pPr>
            <a:r>
              <a:rPr sz="1650" b="0">
                <a:solidFill>
                  <a:srgbClr val="657D8E"/>
                </a:solidFill>
                <a:latin typeface="Microsoft YaHei"/>
                <a:ea typeface="Microsoft YaHei"/>
                <a:cs typeface="Microsoft YaHei"/>
              </a:rPr>
              <a:t>9 角色 / 统一服务层</a:t>
            </a:r>
          </a:p>
        </p:txBody>
      </p:sp>
      <p:sp>
        <p:nvSpPr>
          <p:cNvPr id="31" name="Agent">
            <a:extLst xmlns:a="http://schemas.openxmlformats.org/drawingml/2006/main">
              <a:ext uri="{FF2B5EF4-FFF2-40B4-BE49-F238E27FC236}">
                <a16:creationId xmlns:a16="http://schemas.microsoft.com/office/drawing/2014/main" id="{16DC14B7-924F-4117-BF23-B2EC0F4F1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4975" y="4857750"/>
            <a:ext cx="16192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650" b="1">
                <a:solidFill>
                  <a:srgbClr val="547D45"/>
                </a:solidFill>
              </a:defRPr>
            </a:defPPr>
          </a:lstStyle>
          <a:p xmlns:a="http://schemas.openxmlformats.org/drawingml/2006/main">
            <a:pPr algn="ctr">
              <a:defRPr sz="1650" b="1">
                <a:solidFill>
                  <a:srgbClr val="547D45"/>
                </a:solidFill>
              </a:defRPr>
            </a:pPr>
            <a:r>
              <a:rPr sz="1650" b="1">
                <a:solidFill>
                  <a:srgbClr val="547D45"/>
                </a:solidFill>
                <a:latin typeface="Microsoft YaHei"/>
                <a:ea typeface="Microsoft YaHei"/>
                <a:cs typeface="Microsoft YaHei"/>
              </a:rPr>
              <a:t>Agent</a:t>
            </a:r>
          </a:p>
        </p:txBody>
      </p:sp>
      <p:sp>
        <p:nvSpPr>
          <p:cNvPr id="32" name="boundary">
            <a:extLst xmlns:a="http://schemas.openxmlformats.org/drawingml/2006/main">
              <a:ext uri="{FF2B5EF4-FFF2-40B4-BE49-F238E27FC236}">
                <a16:creationId xmlns:a16="http://schemas.microsoft.com/office/drawing/2014/main" id="{3DB4AFCD-1C5F-415B-8C5D-6B08FE87E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572125"/>
            <a:ext cx="10477500" cy="676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6">
            <a:extLst xmlns:a="http://schemas.openxmlformats.org/drawingml/2006/main">
              <a:ext uri="{FF2B5EF4-FFF2-40B4-BE49-F238E27FC236}">
                <a16:creationId xmlns:a16="http://schemas.microsoft.com/office/drawing/2014/main" id="{47E7B285-73E4-4185-9E68-62EEE0B83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6959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47D4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500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6</a:t>
            </a:r>
          </a:p>
        </p:txBody>
      </p:sp>
      <p:sp>
        <p:nvSpPr>
          <p:cNvPr id="34" name="时效可观测与故障自愈">
            <a:extLst xmlns:a="http://schemas.openxmlformats.org/drawingml/2006/main">
              <a:ext uri="{FF2B5EF4-FFF2-40B4-BE49-F238E27FC236}">
                <a16:creationId xmlns:a16="http://schemas.microsoft.com/office/drawing/2014/main" id="{790E4875-D763-4EBD-B016-D1116F053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610225"/>
            <a:ext cx="46482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l">
              <a:defRPr sz="1800" b="1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233E54"/>
                </a:solidFill>
              </a:defRPr>
            </a:pPr>
            <a:r>
              <a:rPr sz="1800" b="1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时效可观测与故障自愈</a:t>
            </a:r>
          </a:p>
        </p:txBody>
      </p:sp>
      <p:sp>
        <p:nvSpPr>
          <p:cNvPr id="35" name="五段时间戳 / 故障恢复">
            <a:extLst xmlns:a="http://schemas.openxmlformats.org/drawingml/2006/main">
              <a:ext uri="{FF2B5EF4-FFF2-40B4-BE49-F238E27FC236}">
                <a16:creationId xmlns:a16="http://schemas.microsoft.com/office/drawing/2014/main" id="{B35DF977-F3DB-46F5-BFC8-3993D0DD7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619750"/>
            <a:ext cx="33337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l">
              <a:defRPr sz="1650" b="0">
                <a:solidFill>
                  <a:srgbClr val="657D8E"/>
                </a:solidFill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657D8E"/>
                </a:solidFill>
              </a:defRPr>
            </a:pPr>
            <a:r>
              <a:rPr sz="1650" b="0">
                <a:solidFill>
                  <a:srgbClr val="657D8E"/>
                </a:solidFill>
                <a:latin typeface="Microsoft YaHei"/>
                <a:ea typeface="Microsoft YaHei"/>
                <a:cs typeface="Microsoft YaHei"/>
              </a:rPr>
              <a:t>五段时间戳 / 故障恢复</a:t>
            </a:r>
          </a:p>
        </p:txBody>
      </p:sp>
      <p:sp>
        <p:nvSpPr>
          <p:cNvPr id="36" name="时效 / 自动化">
            <a:extLst xmlns:a="http://schemas.openxmlformats.org/drawingml/2006/main">
              <a:ext uri="{FF2B5EF4-FFF2-40B4-BE49-F238E27FC236}">
                <a16:creationId xmlns:a16="http://schemas.microsoft.com/office/drawing/2014/main" id="{A8F7C475-C55B-4F4A-AF09-0EC641355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4975" y="5619750"/>
            <a:ext cx="16192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650" b="1">
                <a:solidFill>
                  <a:srgbClr val="547D45"/>
                </a:solidFill>
              </a:defRPr>
            </a:defPPr>
          </a:lstStyle>
          <a:p xmlns:a="http://schemas.openxmlformats.org/drawingml/2006/main">
            <a:pPr algn="ctr">
              <a:defRPr sz="1650" b="1">
                <a:solidFill>
                  <a:srgbClr val="547D45"/>
                </a:solidFill>
              </a:defRPr>
            </a:pPr>
            <a:r>
              <a:rPr sz="1650" b="1">
                <a:solidFill>
                  <a:srgbClr val="547D45"/>
                </a:solidFill>
                <a:latin typeface="Microsoft YaHei"/>
                <a:ea typeface="Microsoft YaHei"/>
                <a:cs typeface="Microsoft YaHei"/>
              </a:rPr>
              <a:t>时效 / 自动化</a:t>
            </a:r>
          </a:p>
        </p:txBody>
      </p:sp>
      <p:sp>
        <p:nvSpPr>
          <p:cNvPr id="37" name="boundary">
            <a:extLst xmlns:a="http://schemas.openxmlformats.org/drawingml/2006/main">
              <a:ext uri="{FF2B5EF4-FFF2-40B4-BE49-F238E27FC236}">
                <a16:creationId xmlns:a16="http://schemas.microsoft.com/office/drawing/2014/main" id="{626ED07B-E2C4-49EB-8F5B-DBD44DAAB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334125"/>
            <a:ext cx="10477500" cy="676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7">
            <a:extLst xmlns:a="http://schemas.openxmlformats.org/drawingml/2006/main">
              <a:ext uri="{FF2B5EF4-FFF2-40B4-BE49-F238E27FC236}">
                <a16:creationId xmlns:a16="http://schemas.microsoft.com/office/drawing/2014/main" id="{C4CCFE9E-6F43-4B70-BF42-307EEDEAF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579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7DC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500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7</a:t>
            </a:r>
          </a:p>
        </p:txBody>
      </p:sp>
      <p:sp>
        <p:nvSpPr>
          <p:cNvPr id="39" name="开放的插件生态">
            <a:extLst xmlns:a="http://schemas.openxmlformats.org/drawingml/2006/main">
              <a:ext uri="{FF2B5EF4-FFF2-40B4-BE49-F238E27FC236}">
                <a16:creationId xmlns:a16="http://schemas.microsoft.com/office/drawing/2014/main" id="{BAEFCFB8-5D99-4B16-8DD1-DE7814DDD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6372225"/>
            <a:ext cx="46482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l">
              <a:defRPr sz="1800" b="1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233E54"/>
                </a:solidFill>
              </a:defRPr>
            </a:pPr>
            <a:r>
              <a:rPr sz="1800" b="1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开放的插件生态</a:t>
            </a:r>
          </a:p>
        </p:txBody>
      </p:sp>
      <p:sp>
        <p:nvSpPr>
          <p:cNvPr id="40" name="8 Schema / 三类扩展点">
            <a:extLst xmlns:a="http://schemas.openxmlformats.org/drawingml/2006/main">
              <a:ext uri="{FF2B5EF4-FFF2-40B4-BE49-F238E27FC236}">
                <a16:creationId xmlns:a16="http://schemas.microsoft.com/office/drawing/2014/main" id="{36345A16-5441-464A-9C26-2B4C4E03F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6381750"/>
            <a:ext cx="33337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l">
              <a:defRPr sz="1650" b="0">
                <a:solidFill>
                  <a:srgbClr val="657D8E"/>
                </a:solidFill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657D8E"/>
                </a:solidFill>
              </a:defRPr>
            </a:pPr>
            <a:r>
              <a:rPr sz="1650" b="0">
                <a:solidFill>
                  <a:srgbClr val="657D8E"/>
                </a:solidFill>
                <a:latin typeface="Microsoft YaHei"/>
                <a:ea typeface="Microsoft YaHei"/>
                <a:cs typeface="Microsoft YaHei"/>
              </a:rPr>
              <a:t>8 Schema / 三类扩展点</a:t>
            </a:r>
          </a:p>
        </p:txBody>
      </p:sp>
      <p:sp>
        <p:nvSpPr>
          <p:cNvPr id="41" name="Agent / 文档">
            <a:extLst xmlns:a="http://schemas.openxmlformats.org/drawingml/2006/main">
              <a:ext uri="{FF2B5EF4-FFF2-40B4-BE49-F238E27FC236}">
                <a16:creationId xmlns:a16="http://schemas.microsoft.com/office/drawing/2014/main" id="{E827A681-7741-49A9-9871-540388D7E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4975" y="6381750"/>
            <a:ext cx="16192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650" b="1">
                <a:solidFill>
                  <a:srgbClr val="547D45"/>
                </a:solidFill>
              </a:defRPr>
            </a:defPPr>
          </a:lstStyle>
          <a:p xmlns:a="http://schemas.openxmlformats.org/drawingml/2006/main">
            <a:pPr algn="ctr">
              <a:defRPr sz="1650" b="1">
                <a:solidFill>
                  <a:srgbClr val="547D45"/>
                </a:solidFill>
              </a:defRPr>
            </a:pPr>
            <a:r>
              <a:rPr sz="1650" b="1">
                <a:solidFill>
                  <a:srgbClr val="547D45"/>
                </a:solidFill>
                <a:latin typeface="Microsoft YaHei"/>
                <a:ea typeface="Microsoft YaHei"/>
                <a:cs typeface="Microsoft YaHei"/>
              </a:rPr>
              <a:t>Agent / 文档</a:t>
            </a:r>
          </a:p>
        </p:txBody>
      </p:sp>
      <p:sp>
        <p:nvSpPr>
          <p:cNvPr id="42" name="七项创新均需第四章评测验证；当前未测结果保持占位">
            <a:extLst xmlns:a="http://schemas.openxmlformats.org/drawingml/2006/main">
              <a:ext uri="{FF2B5EF4-FFF2-40B4-BE49-F238E27FC236}">
                <a16:creationId xmlns:a16="http://schemas.microsoft.com/office/drawing/2014/main" id="{F4F50D2B-8B45-4239-A7E7-2853C211C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7353300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350" b="0">
                <a:solidFill>
                  <a:srgbClr val="657D8E"/>
                </a:solidFill>
              </a:defRPr>
            </a:defPPr>
          </a:lstStyle>
          <a:p xmlns:a="http://schemas.openxmlformats.org/drawingml/2006/main">
            <a:pPr algn="ctr">
              <a:defRPr sz="1350" b="0">
                <a:solidFill>
                  <a:srgbClr val="657D8E"/>
                </a:solidFill>
              </a:defRPr>
            </a:pPr>
            <a:r>
              <a:rPr sz="1350" b="0">
                <a:solidFill>
                  <a:srgbClr val="657D8E"/>
                </a:solidFill>
                <a:latin typeface="Microsoft YaHei"/>
                <a:ea typeface="Microsoft YaHei"/>
                <a:cs typeface="Microsoft YaHei"/>
              </a:rPr>
              <a:t>七项创新均需第四章评测验证；当前未测结果保持占位</a:t>
            </a:r>
          </a:p>
        </p:txBody>
      </p:sp>
    </p:spTree>
    <p:extLst>
      <p:ext uri="{BB962C8B-B14F-4D97-AF65-F5344CB8AC3E}">
        <p14:creationId xmlns:p14="http://schemas.microsoft.com/office/powerpoint/2010/main" val="185403877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7378F305-747D-4CCD-AEEC-5FAE32E09DA5}"/>
              </a:ext>
            </a:extLst>
          </p:cNvPr>
          <p:cNvCxnSpPr>
            <a:stCxn xmlns:a="http://schemas.openxmlformats.org/drawingml/2006/main" id="58" idx="3"/>
            <a:endCxn xmlns:a="http://schemas.openxmlformats.org/drawingml/2006/main" id="59" idx="1"/>
          </p:cNvCxnSpPr>
          <p:nvPr/>
        </p:nvCxnSpPr>
        <p:spPr>
          <a:xfrm xmlns:a="http://schemas.openxmlformats.org/drawingml/2006/main" flipH="1">
            <a:off x="10248900" y="4420077"/>
            <a:ext cx="953" cy="2381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A6C4DB"/>
            </a:solidFill>
            <a:prstDash val="solid"/>
            <a:tailEnd type="triangle" w="sm" len="sm"/>
          </a:ln>
        </p:spPr>
      </p:cxnSp>
      <p:cxnSp>
        <p:nvCxn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F4546F57-7189-45F0-8DD4-FF75A60DCE18}"/>
              </a:ext>
            </a:extLst>
          </p:cNvPr>
          <p:cNvCxnSpPr>
            <a:stCxn xmlns:a="http://schemas.openxmlformats.org/drawingml/2006/main" id="54" idx="3"/>
            <a:endCxn xmlns:a="http://schemas.openxmlformats.org/drawingml/2006/main" id="55" idx="1"/>
          </p:cNvCxnSpPr>
          <p:nvPr/>
        </p:nvCxnSpPr>
        <p:spPr>
          <a:xfrm xmlns:a="http://schemas.openxmlformats.org/drawingml/2006/main" flipH="1">
            <a:off x="10248900" y="3353277"/>
            <a:ext cx="953" cy="2381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A6C4DB"/>
            </a:solidFill>
            <a:prstDash val="solid"/>
            <a:tailEnd type="triangle" w="sm" len="sm"/>
          </a:ln>
        </p:spPr>
      </p:cxnSp>
      <p:cxnSp>
        <p:nvCxn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B701B144-0EDB-4C81-83E6-9A4FCA9DFE6C}"/>
              </a:ext>
            </a:extLst>
          </p:cNvPr>
          <p:cNvCxnSpPr>
            <a:stCxn xmlns:a="http://schemas.openxmlformats.org/drawingml/2006/main" id="47" idx="3"/>
            <a:endCxn xmlns:a="http://schemas.openxmlformats.org/drawingml/2006/main" id="48" idx="1"/>
          </p:cNvCxnSpPr>
          <p:nvPr/>
        </p:nvCxnSpPr>
        <p:spPr>
          <a:xfrm xmlns:a="http://schemas.openxmlformats.org/drawingml/2006/main" flipH="1">
            <a:off x="8362950" y="4420077"/>
            <a:ext cx="953" cy="2381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A6C4DB"/>
            </a:solidFill>
            <a:prstDash val="solid"/>
            <a:tailEnd type="triangle" w="sm" len="sm"/>
          </a:ln>
        </p:spPr>
      </p:cxnSp>
      <p:cxnSp>
        <p:nvCxn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CDBFCC6E-0F59-407D-96E0-2056B632235E}"/>
              </a:ext>
            </a:extLst>
          </p:cNvPr>
          <p:cNvCxnSpPr>
            <a:stCxn xmlns:a="http://schemas.openxmlformats.org/drawingml/2006/main" id="43" idx="3"/>
            <a:endCxn xmlns:a="http://schemas.openxmlformats.org/drawingml/2006/main" id="44" idx="1"/>
          </p:cNvCxnSpPr>
          <p:nvPr/>
        </p:nvCxnSpPr>
        <p:spPr>
          <a:xfrm xmlns:a="http://schemas.openxmlformats.org/drawingml/2006/main" flipH="1">
            <a:off x="8362950" y="3353277"/>
            <a:ext cx="953" cy="2381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A6C4DB"/>
            </a:solidFill>
            <a:prstDash val="solid"/>
            <a:tailEnd type="triangle" w="sm" len="sm"/>
          </a:ln>
        </p:spPr>
      </p:cxnSp>
      <p:cxnSp>
        <p:nvCxn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ED9A479-EA56-43C5-A25A-7D0906394B94}"/>
              </a:ext>
            </a:extLst>
          </p:cNvPr>
          <p:cNvCxnSpPr>
            <a:stCxn xmlns:a="http://schemas.openxmlformats.org/drawingml/2006/main" id="36" idx="3"/>
            <a:endCxn xmlns:a="http://schemas.openxmlformats.org/drawingml/2006/main" id="37" idx="1"/>
          </p:cNvCxnSpPr>
          <p:nvPr/>
        </p:nvCxnSpPr>
        <p:spPr>
          <a:xfrm xmlns:a="http://schemas.openxmlformats.org/drawingml/2006/main" flipH="1">
            <a:off x="6477000" y="4420077"/>
            <a:ext cx="953" cy="2381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A6C4DB"/>
            </a:solidFill>
            <a:prstDash val="solid"/>
            <a:tailEnd type="triangle" w="sm" len="sm"/>
          </a:ln>
        </p:spPr>
      </p:cxnSp>
      <p:cxnSp>
        <p:nvCxn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E9623F7-6080-4AD8-AB38-7114B06467C4}"/>
              </a:ext>
            </a:extLst>
          </p:cNvPr>
          <p:cNvCxnSpPr>
            <a:stCxn xmlns:a="http://schemas.openxmlformats.org/drawingml/2006/main" id="32" idx="3"/>
            <a:endCxn xmlns:a="http://schemas.openxmlformats.org/drawingml/2006/main" id="33" idx="1"/>
          </p:cNvCxnSpPr>
          <p:nvPr/>
        </p:nvCxnSpPr>
        <p:spPr>
          <a:xfrm xmlns:a="http://schemas.openxmlformats.org/drawingml/2006/main" flipH="1">
            <a:off x="6477000" y="3353277"/>
            <a:ext cx="953" cy="2381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A6C4DB"/>
            </a:solidFill>
            <a:prstDash val="solid"/>
            <a:tailEnd type="triangle" w="sm" len="sm"/>
          </a:ln>
        </p:spPr>
      </p:cxnSp>
      <p:cxnSp>
        <p:nvCxn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E0295E7-6E7F-4DAE-9B6F-8B98A3BB0968}"/>
              </a:ext>
            </a:extLst>
          </p:cNvPr>
          <p:cNvCxnSpPr>
            <a:stCxn xmlns:a="http://schemas.openxmlformats.org/drawingml/2006/main" id="25" idx="3"/>
            <a:endCxn xmlns:a="http://schemas.openxmlformats.org/drawingml/2006/main" id="26" idx="1"/>
          </p:cNvCxnSpPr>
          <p:nvPr/>
        </p:nvCxnSpPr>
        <p:spPr>
          <a:xfrm xmlns:a="http://schemas.openxmlformats.org/drawingml/2006/main" flipH="1">
            <a:off x="4591050" y="4420077"/>
            <a:ext cx="953" cy="2381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A6C4DB"/>
            </a:solidFill>
            <a:prstDash val="solid"/>
            <a:tailEnd type="triangle" w="sm" len="sm"/>
          </a:ln>
        </p:spPr>
      </p:cxnSp>
      <p:cxnSp>
        <p:nvCxn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658DBAB-539B-483E-A7C0-617D06C9D048}"/>
              </a:ext>
            </a:extLst>
          </p:cNvPr>
          <p:cNvCxnSpPr>
            <a:stCxn xmlns:a="http://schemas.openxmlformats.org/drawingml/2006/main" id="21" idx="3"/>
            <a:endCxn xmlns:a="http://schemas.openxmlformats.org/drawingml/2006/main" id="22" idx="1"/>
          </p:cNvCxnSpPr>
          <p:nvPr/>
        </p:nvCxnSpPr>
        <p:spPr>
          <a:xfrm xmlns:a="http://schemas.openxmlformats.org/drawingml/2006/main" flipH="1">
            <a:off x="4591050" y="3353277"/>
            <a:ext cx="953" cy="2381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A6C4DB"/>
            </a:solidFill>
            <a:prstDash val="solid"/>
            <a:tailEnd type="triangle" w="sm" len="sm"/>
          </a:ln>
        </p:spPr>
      </p:cxnSp>
      <p:cxnSp>
        <p:nvCxn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572686D-250B-4C57-9FBA-C5378546B62B}"/>
              </a:ext>
            </a:extLst>
          </p:cNvPr>
          <p:cNvCxnSpPr>
            <a:stCxn xmlns:a="http://schemas.openxmlformats.org/drawingml/2006/main" id="14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 flipH="1">
            <a:off x="2705100" y="4420077"/>
            <a:ext cx="953" cy="2381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A6C4DB"/>
            </a:solidFill>
            <a:prstDash val="solid"/>
            <a:tailEnd type="triangle" w="sm" len="sm"/>
          </a:ln>
        </p:spPr>
      </p:cxnSp>
      <p:cxnSp>
        <p:nvCxn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04AC3D4-1C77-4B64-B440-6849AE395D32}"/>
              </a:ext>
            </a:extLst>
          </p:cNvPr>
          <p:cNvCxnSpPr>
            <a:stCxn xmlns:a="http://schemas.openxmlformats.org/drawingml/2006/main" id="10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 flipH="1">
            <a:off x="2705100" y="3353277"/>
            <a:ext cx="953" cy="2381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A6C4DB"/>
            </a:solidFill>
            <a:prstDash val="solid"/>
            <a:tailEnd type="triangle" w="sm" len="sm"/>
          </a:ln>
        </p:spPr>
      </p:cxnSp>
      <p:sp>
        <p:nvSpPr>
          <p:cNvPr id="64" name="F-30">
            <a:extLst xmlns:a="http://schemas.openxmlformats.org/drawingml/2006/main">
              <a:ext uri="{FF2B5EF4-FFF2-40B4-BE49-F238E27FC236}">
                <a16:creationId xmlns:a16="http://schemas.microsoft.com/office/drawing/2014/main" id="{8FB611A4-9EBD-4C1D-AE85-D61F81BA9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9075"/>
            <a:ext cx="95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l">
              <a:defRPr sz="1650" b="1">
                <a:solidFill>
                  <a:srgbClr val="277DC3"/>
                </a:solidFill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277DC3"/>
                </a:solidFill>
              </a:defRPr>
            </a:pPr>
            <a:r>
              <a:rPr sz="1650" b="1">
                <a:solidFill>
                  <a:srgbClr val="277DC3"/>
                </a:solidFill>
                <a:latin typeface="Microsoft YaHei"/>
                <a:ea typeface="Microsoft YaHei"/>
                <a:cs typeface="Microsoft YaHei"/>
              </a:rPr>
              <a:t>F-30</a:t>
            </a:r>
          </a:p>
        </p:txBody>
      </p:sp>
      <p:sp>
        <p:nvSpPr>
          <p:cNvPr id="2" name="评测体系总览">
            <a:extLst xmlns:a="http://schemas.openxmlformats.org/drawingml/2006/main">
              <a:ext uri="{FF2B5EF4-FFF2-40B4-BE49-F238E27FC236}">
                <a16:creationId xmlns:a16="http://schemas.microsoft.com/office/drawing/2014/main" id="{9FD2F98E-0D6D-4E28-92CC-703E264C2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152400"/>
            <a:ext cx="9525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l">
              <a:defRPr sz="2400" b="1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233E54"/>
                </a:solidFill>
              </a:defRPr>
            </a:pPr>
            <a:r>
              <a:rPr sz="2400" b="1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评测体系总览</a:t>
            </a:r>
          </a:p>
        </p:txBody>
      </p:sp>
      <p:sp>
        <p:nvSpPr>
          <p:cNvPr id="3" name="boundary">
            <a:extLst xmlns:a="http://schemas.openxmlformats.org/drawingml/2006/main">
              <a:ext uri="{FF2B5EF4-FFF2-40B4-BE49-F238E27FC236}">
                <a16:creationId xmlns:a16="http://schemas.microsoft.com/office/drawing/2014/main" id="{33DB3E54-3FC9-4314-900F-09CCAEBC5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28675"/>
            <a:ext cx="10515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C4D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输入">
            <a:extLst xmlns:a="http://schemas.openxmlformats.org/drawingml/2006/main">
              <a:ext uri="{FF2B5EF4-FFF2-40B4-BE49-F238E27FC236}">
                <a16:creationId xmlns:a16="http://schemas.microsoft.com/office/drawing/2014/main" id="{C1B43CD4-B563-4DF2-BDE0-FCF8D322E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2676525"/>
            <a:ext cx="1428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650" b="1">
                <a:solidFill>
                  <a:srgbClr val="657D8E"/>
                </a:solidFill>
              </a:defRPr>
            </a:defPPr>
          </a:lstStyle>
          <a:p xmlns:a="http://schemas.openxmlformats.org/drawingml/2006/main">
            <a:pPr algn="ctr">
              <a:defRPr sz="1650" b="1">
                <a:solidFill>
                  <a:srgbClr val="657D8E"/>
                </a:solidFill>
              </a:defRPr>
            </a:pPr>
            <a:r>
              <a:rPr sz="1650" b="1">
                <a:solidFill>
                  <a:srgbClr val="657D8E"/>
                </a:solidFill>
                <a:latin typeface="Microsoft YaHei"/>
                <a:ea typeface="Microsoft YaHei"/>
                <a:cs typeface="Microsoft YaHei"/>
              </a:rPr>
              <a:t>输入</a:t>
            </a:r>
          </a:p>
        </p:txBody>
      </p:sp>
      <p:sp>
        <p:nvSpPr>
          <p:cNvPr id="5" name="对照 / 方法">
            <a:extLst xmlns:a="http://schemas.openxmlformats.org/drawingml/2006/main">
              <a:ext uri="{FF2B5EF4-FFF2-40B4-BE49-F238E27FC236}">
                <a16:creationId xmlns:a16="http://schemas.microsoft.com/office/drawing/2014/main" id="{0BA675FE-2BC2-41D7-AD2B-EBFD641CF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3743325"/>
            <a:ext cx="1428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650" b="1">
                <a:solidFill>
                  <a:srgbClr val="657D8E"/>
                </a:solidFill>
              </a:defRPr>
            </a:defPPr>
          </a:lstStyle>
          <a:p xmlns:a="http://schemas.openxmlformats.org/drawingml/2006/main">
            <a:pPr algn="ctr">
              <a:defRPr sz="1650" b="1">
                <a:solidFill>
                  <a:srgbClr val="657D8E"/>
                </a:solidFill>
              </a:defRPr>
            </a:pPr>
            <a:r>
              <a:rPr sz="1650" b="1">
                <a:solidFill>
                  <a:srgbClr val="657D8E"/>
                </a:solidFill>
                <a:latin typeface="Microsoft YaHei"/>
                <a:ea typeface="Microsoft YaHei"/>
                <a:cs typeface="Microsoft YaHei"/>
              </a:rPr>
              <a:t>对照 / 方法</a:t>
            </a:r>
          </a:p>
        </p:txBody>
      </p:sp>
      <p:sp>
        <p:nvSpPr>
          <p:cNvPr id="6" name="观测指标">
            <a:extLst xmlns:a="http://schemas.openxmlformats.org/drawingml/2006/main">
              <a:ext uri="{FF2B5EF4-FFF2-40B4-BE49-F238E27FC236}">
                <a16:creationId xmlns:a16="http://schemas.microsoft.com/office/drawing/2014/main" id="{90E45ADF-9302-4FF1-ABCF-AE9E0F52B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4810125"/>
            <a:ext cx="1428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650" b="1">
                <a:solidFill>
                  <a:srgbClr val="657D8E"/>
                </a:solidFill>
              </a:defRPr>
            </a:defPPr>
          </a:lstStyle>
          <a:p xmlns:a="http://schemas.openxmlformats.org/drawingml/2006/main">
            <a:pPr algn="ctr">
              <a:defRPr sz="1650" b="1">
                <a:solidFill>
                  <a:srgbClr val="657D8E"/>
                </a:solidFill>
              </a:defRPr>
            </a:pPr>
            <a:r>
              <a:rPr sz="1650" b="1">
                <a:solidFill>
                  <a:srgbClr val="657D8E"/>
                </a:solidFill>
                <a:latin typeface="Microsoft YaHei"/>
                <a:ea typeface="Microsoft YaHei"/>
                <a:cs typeface="Microsoft YaHei"/>
              </a:rPr>
              <a:t>观测指标</a:t>
            </a:r>
          </a:p>
        </p:txBody>
      </p:sp>
      <p:sp>
        <p:nvSpPr>
          <p:cNvPr id="7" name="验收目标">
            <a:extLst xmlns:a="http://schemas.openxmlformats.org/drawingml/2006/main">
              <a:ext uri="{FF2B5EF4-FFF2-40B4-BE49-F238E27FC236}">
                <a16:creationId xmlns:a16="http://schemas.microsoft.com/office/drawing/2014/main" id="{75A78160-8C1C-4A8B-875E-BDD01AB9B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5876925"/>
            <a:ext cx="1428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650" b="1">
                <a:solidFill>
                  <a:srgbClr val="657D8E"/>
                </a:solidFill>
              </a:defRPr>
            </a:defPPr>
          </a:lstStyle>
          <a:p xmlns:a="http://schemas.openxmlformats.org/drawingml/2006/main">
            <a:pPr algn="ctr">
              <a:defRPr sz="1650" b="1">
                <a:solidFill>
                  <a:srgbClr val="657D8E"/>
                </a:solidFill>
              </a:defRPr>
            </a:pPr>
            <a:r>
              <a:rPr sz="1650" b="1">
                <a:solidFill>
                  <a:srgbClr val="657D8E"/>
                </a:solidFill>
                <a:latin typeface="Microsoft YaHei"/>
                <a:ea typeface="Microsoft YaHei"/>
                <a:cs typeface="Microsoft YaHei"/>
              </a:rPr>
              <a:t>验收目标</a:t>
            </a:r>
          </a:p>
        </p:txBody>
      </p:sp>
      <p:sp>
        <p:nvSpPr>
          <p:cNvPr id="8" name="时效">
            <a:extLst xmlns:a="http://schemas.openxmlformats.org/drawingml/2006/main">
              <a:ext uri="{FF2B5EF4-FFF2-40B4-BE49-F238E27FC236}">
                <a16:creationId xmlns:a16="http://schemas.microsoft.com/office/drawing/2014/main" id="{E85CE614-E0EA-4905-91C8-5C431514C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1533525"/>
            <a:ext cx="1752600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277DC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875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时效</a:t>
            </a:r>
          </a:p>
        </p:txBody>
      </p:sp>
      <p:sp>
        <p:nvSpPr>
          <p:cNvPr id="9" name="五段时间戳">
            <a:extLst xmlns:a="http://schemas.openxmlformats.org/drawingml/2006/main">
              <a:ext uri="{FF2B5EF4-FFF2-40B4-BE49-F238E27FC236}">
                <a16:creationId xmlns:a16="http://schemas.microsoft.com/office/drawing/2014/main" id="{8C391D52-2BA7-491D-A63A-2C2F7E621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2543175"/>
            <a:ext cx="1752600" cy="809625"/>
          </a:xfrm>
          <a:prstGeom xmlns:a="http://schemas.openxmlformats.org/drawingml/2006/main" prst="roundRect">
            <a:avLst>
              <a:gd name="adj" fmla="val 14118"/>
            </a:avLst>
          </a:prstGeom>
          <a:solidFill xmlns:a="http://schemas.openxmlformats.org/drawingml/2006/main">
            <a:srgbClr val="EAF4FC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650" b="0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ctr">
              <a:defRPr sz="1650" b="0">
                <a:solidFill>
                  <a:srgbClr val="233E54"/>
                </a:solidFill>
              </a:defRPr>
            </a:pPr>
            <a:r>
              <a:rPr sz="1650" b="0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五段时间戳</a:t>
            </a:r>
          </a:p>
        </p:txBody>
      </p:sp>
      <p:sp>
        <p:nvSpPr>
          <p:cNvPr id="10" name="boundary">
            <a:extLst xmlns:a="http://schemas.openxmlformats.org/drawingml/2006/main">
              <a:ext uri="{FF2B5EF4-FFF2-40B4-BE49-F238E27FC236}">
                <a16:creationId xmlns:a16="http://schemas.microsoft.com/office/drawing/2014/main" id="{D31A40FA-BC75-41B8-9B79-704F86482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33528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1" name="boundary">
            <a:extLst xmlns:a="http://schemas.openxmlformats.org/drawingml/2006/main">
              <a:ext uri="{FF2B5EF4-FFF2-40B4-BE49-F238E27FC236}">
                <a16:creationId xmlns:a16="http://schemas.microsoft.com/office/drawing/2014/main" id="{95FC97FB-AF3C-4EED-82B3-076F526A5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35909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3" name="按源分项">
            <a:extLst xmlns:a="http://schemas.openxmlformats.org/drawingml/2006/main">
              <a:ext uri="{FF2B5EF4-FFF2-40B4-BE49-F238E27FC236}">
                <a16:creationId xmlns:a16="http://schemas.microsoft.com/office/drawing/2014/main" id="{91271BEA-F931-4157-9B61-DA816310E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3609975"/>
            <a:ext cx="1752600" cy="809625"/>
          </a:xfrm>
          <a:prstGeom xmlns:a="http://schemas.openxmlformats.org/drawingml/2006/main" prst="roundRect">
            <a:avLst>
              <a:gd name="adj" fmla="val 14118"/>
            </a:avLst>
          </a:prstGeom>
          <a:solidFill xmlns:a="http://schemas.openxmlformats.org/drawingml/2006/main">
            <a:srgbClr val="EAF4FC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650" b="0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ctr">
              <a:defRPr sz="1650" b="0">
                <a:solidFill>
                  <a:srgbClr val="233E54"/>
                </a:solidFill>
              </a:defRPr>
            </a:pPr>
            <a:r>
              <a:rPr sz="1650" b="0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按源分项</a:t>
            </a:r>
          </a:p>
        </p:txBody>
      </p:sp>
      <p:sp>
        <p:nvSpPr>
          <p:cNvPr id="14" name="boundary">
            <a:extLst xmlns:a="http://schemas.openxmlformats.org/drawingml/2006/main">
              <a:ext uri="{FF2B5EF4-FFF2-40B4-BE49-F238E27FC236}">
                <a16:creationId xmlns:a16="http://schemas.microsoft.com/office/drawing/2014/main" id="{23819896-DBE5-4B9D-A5CD-616313767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44196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5" name="boundary">
            <a:extLst xmlns:a="http://schemas.openxmlformats.org/drawingml/2006/main">
              <a:ext uri="{FF2B5EF4-FFF2-40B4-BE49-F238E27FC236}">
                <a16:creationId xmlns:a16="http://schemas.microsoft.com/office/drawing/2014/main" id="{09D7353F-BBCE-4D73-A86B-1E715DB8A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46577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7" name="P50 / P95">
            <a:extLst xmlns:a="http://schemas.openxmlformats.org/drawingml/2006/main">
              <a:ext uri="{FF2B5EF4-FFF2-40B4-BE49-F238E27FC236}">
                <a16:creationId xmlns:a16="http://schemas.microsoft.com/office/drawing/2014/main" id="{7118D6F4-0799-41BD-A9D2-11CC28659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4676775"/>
            <a:ext cx="1752600" cy="809625"/>
          </a:xfrm>
          <a:prstGeom xmlns:a="http://schemas.openxmlformats.org/drawingml/2006/main" prst="roundRect">
            <a:avLst>
              <a:gd name="adj" fmla="val 14118"/>
            </a:avLst>
          </a:prstGeom>
          <a:solidFill xmlns:a="http://schemas.openxmlformats.org/drawingml/2006/main">
            <a:srgbClr val="E5F0DA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650" b="1">
                <a:solidFill>
                  <a:srgbClr val="547D45"/>
                </a:solidFill>
              </a:defRPr>
            </a:defPPr>
          </a:lstStyle>
          <a:p xmlns:a="http://schemas.openxmlformats.org/drawingml/2006/main">
            <a:pPr algn="ctr">
              <a:defRPr sz="1650" b="1">
                <a:solidFill>
                  <a:srgbClr val="547D45"/>
                </a:solidFill>
              </a:defRPr>
            </a:pPr>
            <a:r>
              <a:rPr sz="1650" b="1">
                <a:solidFill>
                  <a:srgbClr val="547D45"/>
                </a:solidFill>
                <a:latin typeface="Microsoft YaHei"/>
                <a:ea typeface="Microsoft YaHei"/>
                <a:cs typeface="Microsoft YaHei"/>
              </a:rPr>
              <a:t>P50 / P95</a:t>
            </a:r>
          </a:p>
        </p:txBody>
      </p:sp>
      <p:sp>
        <p:nvSpPr>
          <p:cNvPr id="18" name="目标值 ≤6 h （待测）">
            <a:extLst xmlns:a="http://schemas.openxmlformats.org/drawingml/2006/main">
              <a:ext uri="{FF2B5EF4-FFF2-40B4-BE49-F238E27FC236}">
                <a16:creationId xmlns:a16="http://schemas.microsoft.com/office/drawing/2014/main" id="{74EC63FF-3A9F-4FE6-BBD5-CAD3FA24F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5838825"/>
            <a:ext cx="1752600" cy="962025"/>
          </a:xfrm>
          <a:prstGeom xmlns:a="http://schemas.openxmlformats.org/drawingml/2006/main" prst="roundRect">
            <a:avLst>
              <a:gd name="adj" fmla="val 11881"/>
            </a:avLst>
          </a:prstGeom>
          <a:solidFill xmlns:a="http://schemas.openxmlformats.org/drawingml/2006/main">
            <a:srgbClr val="FFF1CB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650" b="1">
                <a:solidFill>
                  <a:srgbClr val="A67A20"/>
                </a:solidFill>
              </a:defRPr>
            </a:defPPr>
          </a:lstStyle>
          <a:p xmlns:a="http://schemas.openxmlformats.org/drawingml/2006/main">
            <a:pPr algn="ctr">
              <a:defRPr sz="1650" b="1">
                <a:solidFill>
                  <a:srgbClr val="A67A20"/>
                </a:solidFill>
              </a:defRPr>
            </a:pPr>
            <a:r>
              <a:rPr sz="1650" b="1">
                <a:solidFill>
                  <a:srgbClr val="A67A20"/>
                </a:solidFill>
                <a:latin typeface="Microsoft YaHei"/>
                <a:ea typeface="Microsoft YaHei"/>
                <a:cs typeface="Microsoft YaHei"/>
              </a:rPr>
              <a:t>目标值 ≤6 h</a:t>
            </a:r>
          </a:p>
          <a:p xmlns:a="http://schemas.openxmlformats.org/drawingml/2006/main">
            <a:pPr algn="ctr">
              <a:defRPr sz="1650" b="1">
                <a:solidFill>
                  <a:srgbClr val="A67A20"/>
                </a:solidFill>
              </a:defRPr>
            </a:pPr>
            <a:r>
              <a:rPr sz="1650" b="1">
                <a:solidFill>
                  <a:srgbClr val="A67A20"/>
                </a:solidFill>
                <a:latin typeface="Microsoft YaHei"/>
                <a:ea typeface="Microsoft YaHei"/>
                <a:cs typeface="Microsoft YaHei"/>
              </a:rPr>
              <a:t>（待测）</a:t>
            </a:r>
          </a:p>
        </p:txBody>
      </p:sp>
      <p:sp>
        <p:nvSpPr>
          <p:cNvPr id="19" name="富化">
            <a:extLst xmlns:a="http://schemas.openxmlformats.org/drawingml/2006/main">
              <a:ext uri="{FF2B5EF4-FFF2-40B4-BE49-F238E27FC236}">
                <a16:creationId xmlns:a16="http://schemas.microsoft.com/office/drawing/2014/main" id="{93D69752-DC47-440E-9331-6B05CA8F4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1533525"/>
            <a:ext cx="1752600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245D8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875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富化</a:t>
            </a:r>
          </a:p>
        </p:txBody>
      </p:sp>
      <p:sp>
        <p:nvSpPr>
          <p:cNvPr id="20" name="200 条金标">
            <a:extLst xmlns:a="http://schemas.openxmlformats.org/drawingml/2006/main">
              <a:ext uri="{FF2B5EF4-FFF2-40B4-BE49-F238E27FC236}">
                <a16:creationId xmlns:a16="http://schemas.microsoft.com/office/drawing/2014/main" id="{47105730-2A30-42BB-98D9-697A00DFE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543175"/>
            <a:ext cx="1752600" cy="809625"/>
          </a:xfrm>
          <a:prstGeom xmlns:a="http://schemas.openxmlformats.org/drawingml/2006/main" prst="roundRect">
            <a:avLst>
              <a:gd name="adj" fmla="val 14118"/>
            </a:avLst>
          </a:prstGeom>
          <a:solidFill xmlns:a="http://schemas.openxmlformats.org/drawingml/2006/main">
            <a:srgbClr val="EAF4FC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650" b="0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ctr">
              <a:defRPr sz="1650" b="0">
                <a:solidFill>
                  <a:srgbClr val="233E54"/>
                </a:solidFill>
              </a:defRPr>
            </a:pPr>
            <a:r>
              <a:rPr sz="1650" b="0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200 条金标</a:t>
            </a:r>
          </a:p>
        </p:txBody>
      </p:sp>
      <p:sp>
        <p:nvSpPr>
          <p:cNvPr id="21" name="boundary">
            <a:extLst xmlns:a="http://schemas.openxmlformats.org/drawingml/2006/main">
              <a:ext uri="{FF2B5EF4-FFF2-40B4-BE49-F238E27FC236}">
                <a16:creationId xmlns:a16="http://schemas.microsoft.com/office/drawing/2014/main" id="{E854ABCE-9B60-4A7D-857F-4DED92037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3528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2" name="boundary">
            <a:extLst xmlns:a="http://schemas.openxmlformats.org/drawingml/2006/main">
              <a:ext uri="{FF2B5EF4-FFF2-40B4-BE49-F238E27FC236}">
                <a16:creationId xmlns:a16="http://schemas.microsoft.com/office/drawing/2014/main" id="{37182E7C-8234-4DB5-A0DC-808DEB7CC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5909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4" name="Critic 前后">
            <a:extLst xmlns:a="http://schemas.openxmlformats.org/drawingml/2006/main">
              <a:ext uri="{FF2B5EF4-FFF2-40B4-BE49-F238E27FC236}">
                <a16:creationId xmlns:a16="http://schemas.microsoft.com/office/drawing/2014/main" id="{A7C6F38F-04FA-42D4-B842-73F983D8C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609975"/>
            <a:ext cx="1752600" cy="809625"/>
          </a:xfrm>
          <a:prstGeom xmlns:a="http://schemas.openxmlformats.org/drawingml/2006/main" prst="roundRect">
            <a:avLst>
              <a:gd name="adj" fmla="val 14118"/>
            </a:avLst>
          </a:prstGeom>
          <a:solidFill xmlns:a="http://schemas.openxmlformats.org/drawingml/2006/main">
            <a:srgbClr val="EAF4FC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650" b="0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ctr">
              <a:defRPr sz="1650" b="0">
                <a:solidFill>
                  <a:srgbClr val="233E54"/>
                </a:solidFill>
              </a:defRPr>
            </a:pPr>
            <a:r>
              <a:rPr sz="1650" b="0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Critic 前后</a:t>
            </a:r>
          </a:p>
        </p:txBody>
      </p:sp>
      <p:sp>
        <p:nvSpPr>
          <p:cNvPr id="25" name="boundary">
            <a:extLst xmlns:a="http://schemas.openxmlformats.org/drawingml/2006/main">
              <a:ext uri="{FF2B5EF4-FFF2-40B4-BE49-F238E27FC236}">
                <a16:creationId xmlns:a16="http://schemas.microsoft.com/office/drawing/2014/main" id="{CDAB5C21-4773-4FFA-97DD-CC066E071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44196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6" name="boundary">
            <a:extLst xmlns:a="http://schemas.openxmlformats.org/drawingml/2006/main">
              <a:ext uri="{FF2B5EF4-FFF2-40B4-BE49-F238E27FC236}">
                <a16:creationId xmlns:a16="http://schemas.microsoft.com/office/drawing/2014/main" id="{6F5C3C9B-2028-4B77-B5C4-8805E1F61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46577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8" name="准确率 / κ">
            <a:extLst xmlns:a="http://schemas.openxmlformats.org/drawingml/2006/main">
              <a:ext uri="{FF2B5EF4-FFF2-40B4-BE49-F238E27FC236}">
                <a16:creationId xmlns:a16="http://schemas.microsoft.com/office/drawing/2014/main" id="{4836379F-C4B2-4899-9F87-542DD151A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676775"/>
            <a:ext cx="1752600" cy="809625"/>
          </a:xfrm>
          <a:prstGeom xmlns:a="http://schemas.openxmlformats.org/drawingml/2006/main" prst="roundRect">
            <a:avLst>
              <a:gd name="adj" fmla="val 14118"/>
            </a:avLst>
          </a:prstGeom>
          <a:solidFill xmlns:a="http://schemas.openxmlformats.org/drawingml/2006/main">
            <a:srgbClr val="E5F0DA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650" b="1">
                <a:solidFill>
                  <a:srgbClr val="547D45"/>
                </a:solidFill>
              </a:defRPr>
            </a:defPPr>
          </a:lstStyle>
          <a:p xmlns:a="http://schemas.openxmlformats.org/drawingml/2006/main">
            <a:pPr algn="ctr">
              <a:defRPr sz="1650" b="1">
                <a:solidFill>
                  <a:srgbClr val="547D45"/>
                </a:solidFill>
              </a:defRPr>
            </a:pPr>
            <a:r>
              <a:rPr sz="1650" b="1">
                <a:solidFill>
                  <a:srgbClr val="547D45"/>
                </a:solidFill>
                <a:latin typeface="Microsoft YaHei"/>
                <a:ea typeface="Microsoft YaHei"/>
                <a:cs typeface="Microsoft YaHei"/>
              </a:rPr>
              <a:t>准确率 / κ</a:t>
            </a:r>
          </a:p>
        </p:txBody>
      </p:sp>
      <p:sp>
        <p:nvSpPr>
          <p:cNvPr id="29" name="目标值 ≥95% （待测）">
            <a:extLst xmlns:a="http://schemas.openxmlformats.org/drawingml/2006/main">
              <a:ext uri="{FF2B5EF4-FFF2-40B4-BE49-F238E27FC236}">
                <a16:creationId xmlns:a16="http://schemas.microsoft.com/office/drawing/2014/main" id="{D31932FA-A01F-4396-B3EA-8C0355A32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5838825"/>
            <a:ext cx="1752600" cy="962025"/>
          </a:xfrm>
          <a:prstGeom xmlns:a="http://schemas.openxmlformats.org/drawingml/2006/main" prst="roundRect">
            <a:avLst>
              <a:gd name="adj" fmla="val 11881"/>
            </a:avLst>
          </a:prstGeom>
          <a:solidFill xmlns:a="http://schemas.openxmlformats.org/drawingml/2006/main">
            <a:srgbClr val="FFF1CB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650" b="1">
                <a:solidFill>
                  <a:srgbClr val="A67A20"/>
                </a:solidFill>
              </a:defRPr>
            </a:defPPr>
          </a:lstStyle>
          <a:p xmlns:a="http://schemas.openxmlformats.org/drawingml/2006/main">
            <a:pPr algn="ctr">
              <a:defRPr sz="1650" b="1">
                <a:solidFill>
                  <a:srgbClr val="A67A20"/>
                </a:solidFill>
              </a:defRPr>
            </a:pPr>
            <a:r>
              <a:rPr sz="1650" b="1">
                <a:solidFill>
                  <a:srgbClr val="A67A20"/>
                </a:solidFill>
                <a:latin typeface="Microsoft YaHei"/>
                <a:ea typeface="Microsoft YaHei"/>
                <a:cs typeface="Microsoft YaHei"/>
              </a:rPr>
              <a:t>目标值 ≥95%</a:t>
            </a:r>
          </a:p>
          <a:p xmlns:a="http://schemas.openxmlformats.org/drawingml/2006/main">
            <a:pPr algn="ctr">
              <a:defRPr sz="1650" b="1">
                <a:solidFill>
                  <a:srgbClr val="A67A20"/>
                </a:solidFill>
              </a:defRPr>
            </a:pPr>
            <a:r>
              <a:rPr sz="1650" b="1">
                <a:solidFill>
                  <a:srgbClr val="A67A20"/>
                </a:solidFill>
                <a:latin typeface="Microsoft YaHei"/>
                <a:ea typeface="Microsoft YaHei"/>
                <a:cs typeface="Microsoft YaHei"/>
              </a:rPr>
              <a:t>（待测）</a:t>
            </a:r>
          </a:p>
        </p:txBody>
      </p:sp>
      <p:sp>
        <p:nvSpPr>
          <p:cNvPr id="30" name="问答">
            <a:extLst xmlns:a="http://schemas.openxmlformats.org/drawingml/2006/main">
              <a:ext uri="{FF2B5EF4-FFF2-40B4-BE49-F238E27FC236}">
                <a16:creationId xmlns:a16="http://schemas.microsoft.com/office/drawing/2014/main" id="{2E0CF968-7F21-4845-BFC9-56939DAF3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1533525"/>
            <a:ext cx="1752600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277DC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875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问答</a:t>
            </a:r>
          </a:p>
        </p:txBody>
      </p:sp>
      <p:sp>
        <p:nvSpPr>
          <p:cNvPr id="31" name="约 100 题">
            <a:extLst xmlns:a="http://schemas.openxmlformats.org/drawingml/2006/main">
              <a:ext uri="{FF2B5EF4-FFF2-40B4-BE49-F238E27FC236}">
                <a16:creationId xmlns:a16="http://schemas.microsoft.com/office/drawing/2014/main" id="{C1A79E37-F26E-4305-A8E2-C5BB44ACE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2543175"/>
            <a:ext cx="1752600" cy="809625"/>
          </a:xfrm>
          <a:prstGeom xmlns:a="http://schemas.openxmlformats.org/drawingml/2006/main" prst="roundRect">
            <a:avLst>
              <a:gd name="adj" fmla="val 14118"/>
            </a:avLst>
          </a:prstGeom>
          <a:solidFill xmlns:a="http://schemas.openxmlformats.org/drawingml/2006/main">
            <a:srgbClr val="EAF4FC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650" b="0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ctr">
              <a:defRPr sz="1650" b="0">
                <a:solidFill>
                  <a:srgbClr val="233E54"/>
                </a:solidFill>
              </a:defRPr>
            </a:pPr>
            <a:r>
              <a:rPr sz="1650" b="0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约 100 题</a:t>
            </a:r>
          </a:p>
        </p:txBody>
      </p:sp>
      <p:sp>
        <p:nvSpPr>
          <p:cNvPr id="32" name="boundary">
            <a:extLst xmlns:a="http://schemas.openxmlformats.org/drawingml/2006/main">
              <a:ext uri="{FF2B5EF4-FFF2-40B4-BE49-F238E27FC236}">
                <a16:creationId xmlns:a16="http://schemas.microsoft.com/office/drawing/2014/main" id="{A79094FF-2B4F-4D61-8F5E-DD7C556E2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3528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33" name="boundary">
            <a:extLst xmlns:a="http://schemas.openxmlformats.org/drawingml/2006/main">
              <a:ext uri="{FF2B5EF4-FFF2-40B4-BE49-F238E27FC236}">
                <a16:creationId xmlns:a16="http://schemas.microsoft.com/office/drawing/2014/main" id="{CCD716AA-5F4F-41DE-8A6B-109CD74BF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5909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35" name="三组对照">
            <a:extLst xmlns:a="http://schemas.openxmlformats.org/drawingml/2006/main">
              <a:ext uri="{FF2B5EF4-FFF2-40B4-BE49-F238E27FC236}">
                <a16:creationId xmlns:a16="http://schemas.microsoft.com/office/drawing/2014/main" id="{D9420C43-C057-4832-ACAF-B570057BF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3609975"/>
            <a:ext cx="1752600" cy="809625"/>
          </a:xfrm>
          <a:prstGeom xmlns:a="http://schemas.openxmlformats.org/drawingml/2006/main" prst="roundRect">
            <a:avLst>
              <a:gd name="adj" fmla="val 14118"/>
            </a:avLst>
          </a:prstGeom>
          <a:solidFill xmlns:a="http://schemas.openxmlformats.org/drawingml/2006/main">
            <a:srgbClr val="EAF4FC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650" b="0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ctr">
              <a:defRPr sz="1650" b="0">
                <a:solidFill>
                  <a:srgbClr val="233E54"/>
                </a:solidFill>
              </a:defRPr>
            </a:pPr>
            <a:r>
              <a:rPr sz="1650" b="0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三组对照</a:t>
            </a:r>
          </a:p>
        </p:txBody>
      </p:sp>
      <p:sp>
        <p:nvSpPr>
          <p:cNvPr id="36" name="boundary">
            <a:extLst xmlns:a="http://schemas.openxmlformats.org/drawingml/2006/main">
              <a:ext uri="{FF2B5EF4-FFF2-40B4-BE49-F238E27FC236}">
                <a16:creationId xmlns:a16="http://schemas.microsoft.com/office/drawing/2014/main" id="{FBAB8ADA-79D9-4DBB-B33A-FA650BA51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4196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37" name="boundary">
            <a:extLst xmlns:a="http://schemas.openxmlformats.org/drawingml/2006/main">
              <a:ext uri="{FF2B5EF4-FFF2-40B4-BE49-F238E27FC236}">
                <a16:creationId xmlns:a16="http://schemas.microsoft.com/office/drawing/2014/main" id="{694274D9-4515-4810-AAC3-64D04F2E6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6577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39" name="答案 / 引用">
            <a:extLst xmlns:a="http://schemas.openxmlformats.org/drawingml/2006/main">
              <a:ext uri="{FF2B5EF4-FFF2-40B4-BE49-F238E27FC236}">
                <a16:creationId xmlns:a16="http://schemas.microsoft.com/office/drawing/2014/main" id="{8F9779A9-638C-4B6E-A6EA-9485D819B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4676775"/>
            <a:ext cx="1752600" cy="809625"/>
          </a:xfrm>
          <a:prstGeom xmlns:a="http://schemas.openxmlformats.org/drawingml/2006/main" prst="roundRect">
            <a:avLst>
              <a:gd name="adj" fmla="val 14118"/>
            </a:avLst>
          </a:prstGeom>
          <a:solidFill xmlns:a="http://schemas.openxmlformats.org/drawingml/2006/main">
            <a:srgbClr val="E5F0DA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650" b="1">
                <a:solidFill>
                  <a:srgbClr val="547D45"/>
                </a:solidFill>
              </a:defRPr>
            </a:defPPr>
          </a:lstStyle>
          <a:p xmlns:a="http://schemas.openxmlformats.org/drawingml/2006/main">
            <a:pPr algn="ctr">
              <a:defRPr sz="1650" b="1">
                <a:solidFill>
                  <a:srgbClr val="547D45"/>
                </a:solidFill>
              </a:defRPr>
            </a:pPr>
            <a:r>
              <a:rPr sz="1650" b="1">
                <a:solidFill>
                  <a:srgbClr val="547D45"/>
                </a:solidFill>
                <a:latin typeface="Microsoft YaHei"/>
                <a:ea typeface="Microsoft YaHei"/>
                <a:cs typeface="Microsoft YaHei"/>
              </a:rPr>
              <a:t>答案 / 引用</a:t>
            </a:r>
          </a:p>
        </p:txBody>
      </p:sp>
      <p:sp>
        <p:nvSpPr>
          <p:cNvPr id="40" name="目标值待定 （待测）">
            <a:extLst xmlns:a="http://schemas.openxmlformats.org/drawingml/2006/main">
              <a:ext uri="{FF2B5EF4-FFF2-40B4-BE49-F238E27FC236}">
                <a16:creationId xmlns:a16="http://schemas.microsoft.com/office/drawing/2014/main" id="{5C255781-58C9-487D-89E7-741369DF1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5838825"/>
            <a:ext cx="1752600" cy="962025"/>
          </a:xfrm>
          <a:prstGeom xmlns:a="http://schemas.openxmlformats.org/drawingml/2006/main" prst="roundRect">
            <a:avLst>
              <a:gd name="adj" fmla="val 11881"/>
            </a:avLst>
          </a:prstGeom>
          <a:solidFill xmlns:a="http://schemas.openxmlformats.org/drawingml/2006/main">
            <a:srgbClr val="FFF1CB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650" b="1">
                <a:solidFill>
                  <a:srgbClr val="A67A20"/>
                </a:solidFill>
              </a:defRPr>
            </a:defPPr>
          </a:lstStyle>
          <a:p xmlns:a="http://schemas.openxmlformats.org/drawingml/2006/main">
            <a:pPr algn="ctr">
              <a:defRPr sz="1650" b="1">
                <a:solidFill>
                  <a:srgbClr val="A67A20"/>
                </a:solidFill>
              </a:defRPr>
            </a:pPr>
            <a:r>
              <a:rPr sz="1650" b="1">
                <a:solidFill>
                  <a:srgbClr val="A67A20"/>
                </a:solidFill>
                <a:latin typeface="Microsoft YaHei"/>
                <a:ea typeface="Microsoft YaHei"/>
                <a:cs typeface="Microsoft YaHei"/>
              </a:rPr>
              <a:t>目标值待定</a:t>
            </a:r>
          </a:p>
          <a:p xmlns:a="http://schemas.openxmlformats.org/drawingml/2006/main">
            <a:pPr algn="ctr">
              <a:defRPr sz="1650" b="1">
                <a:solidFill>
                  <a:srgbClr val="A67A20"/>
                </a:solidFill>
              </a:defRPr>
            </a:pPr>
            <a:r>
              <a:rPr sz="1650" b="1">
                <a:solidFill>
                  <a:srgbClr val="A67A20"/>
                </a:solidFill>
                <a:latin typeface="Microsoft YaHei"/>
                <a:ea typeface="Microsoft YaHei"/>
                <a:cs typeface="Microsoft YaHei"/>
              </a:rPr>
              <a:t>（待测）</a:t>
            </a:r>
          </a:p>
        </p:txBody>
      </p:sp>
      <p:sp>
        <p:nvSpPr>
          <p:cNvPr id="41" name="自愈">
            <a:extLst xmlns:a="http://schemas.openxmlformats.org/drawingml/2006/main">
              <a:ext uri="{FF2B5EF4-FFF2-40B4-BE49-F238E27FC236}">
                <a16:creationId xmlns:a16="http://schemas.microsoft.com/office/drawing/2014/main" id="{B02EB3A4-B849-477C-87F7-806CAACB4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1533525"/>
            <a:ext cx="1752600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245D8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875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自愈</a:t>
            </a:r>
          </a:p>
        </p:txBody>
      </p:sp>
      <p:sp>
        <p:nvSpPr>
          <p:cNvPr id="42" name="6 个场景">
            <a:extLst xmlns:a="http://schemas.openxmlformats.org/drawingml/2006/main">
              <a:ext uri="{FF2B5EF4-FFF2-40B4-BE49-F238E27FC236}">
                <a16:creationId xmlns:a16="http://schemas.microsoft.com/office/drawing/2014/main" id="{EABAD10A-E55D-41A0-BCAD-C32C8AF93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2543175"/>
            <a:ext cx="1752600" cy="809625"/>
          </a:xfrm>
          <a:prstGeom xmlns:a="http://schemas.openxmlformats.org/drawingml/2006/main" prst="roundRect">
            <a:avLst>
              <a:gd name="adj" fmla="val 14118"/>
            </a:avLst>
          </a:prstGeom>
          <a:solidFill xmlns:a="http://schemas.openxmlformats.org/drawingml/2006/main">
            <a:srgbClr val="EAF4FC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650" b="0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ctr">
              <a:defRPr sz="1650" b="0">
                <a:solidFill>
                  <a:srgbClr val="233E54"/>
                </a:solidFill>
              </a:defRPr>
            </a:pPr>
            <a:r>
              <a:rPr sz="1650" b="0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6 个场景</a:t>
            </a:r>
          </a:p>
        </p:txBody>
      </p:sp>
      <p:sp>
        <p:nvSpPr>
          <p:cNvPr id="43" name="boundary">
            <a:extLst xmlns:a="http://schemas.openxmlformats.org/drawingml/2006/main">
              <a:ext uri="{FF2B5EF4-FFF2-40B4-BE49-F238E27FC236}">
                <a16:creationId xmlns:a16="http://schemas.microsoft.com/office/drawing/2014/main" id="{E2E428EE-DAB9-4133-8A75-122EA81CE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3528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44" name="boundary">
            <a:extLst xmlns:a="http://schemas.openxmlformats.org/drawingml/2006/main">
              <a:ext uri="{FF2B5EF4-FFF2-40B4-BE49-F238E27FC236}">
                <a16:creationId xmlns:a16="http://schemas.microsoft.com/office/drawing/2014/main" id="{F1063E34-0CA7-4501-9B86-04F450C18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5909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46" name="故障注入">
            <a:extLst xmlns:a="http://schemas.openxmlformats.org/drawingml/2006/main">
              <a:ext uri="{FF2B5EF4-FFF2-40B4-BE49-F238E27FC236}">
                <a16:creationId xmlns:a16="http://schemas.microsoft.com/office/drawing/2014/main" id="{3C35AE15-42AD-4C1A-9047-825265E3D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3609975"/>
            <a:ext cx="1752600" cy="809625"/>
          </a:xfrm>
          <a:prstGeom xmlns:a="http://schemas.openxmlformats.org/drawingml/2006/main" prst="roundRect">
            <a:avLst>
              <a:gd name="adj" fmla="val 14118"/>
            </a:avLst>
          </a:prstGeom>
          <a:solidFill xmlns:a="http://schemas.openxmlformats.org/drawingml/2006/main">
            <a:srgbClr val="EAF4FC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650" b="0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ctr">
              <a:defRPr sz="1650" b="0">
                <a:solidFill>
                  <a:srgbClr val="233E54"/>
                </a:solidFill>
              </a:defRPr>
            </a:pPr>
            <a:r>
              <a:rPr sz="1650" b="0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故障注入</a:t>
            </a:r>
          </a:p>
        </p:txBody>
      </p:sp>
      <p:sp>
        <p:nvSpPr>
          <p:cNvPr id="47" name="boundary">
            <a:extLst xmlns:a="http://schemas.openxmlformats.org/drawingml/2006/main">
              <a:ext uri="{FF2B5EF4-FFF2-40B4-BE49-F238E27FC236}">
                <a16:creationId xmlns:a16="http://schemas.microsoft.com/office/drawing/2014/main" id="{6A5C6574-80B1-4EFF-A66B-0DB86F253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44196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48" name="boundary">
            <a:extLst xmlns:a="http://schemas.openxmlformats.org/drawingml/2006/main">
              <a:ext uri="{FF2B5EF4-FFF2-40B4-BE49-F238E27FC236}">
                <a16:creationId xmlns:a16="http://schemas.microsoft.com/office/drawing/2014/main" id="{F0711864-91B8-4215-A201-F063DEE01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46577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50" name="成功率 / 恢复">
            <a:extLst xmlns:a="http://schemas.openxmlformats.org/drawingml/2006/main">
              <a:ext uri="{FF2B5EF4-FFF2-40B4-BE49-F238E27FC236}">
                <a16:creationId xmlns:a16="http://schemas.microsoft.com/office/drawing/2014/main" id="{C7C7D775-0430-47E5-B4AC-AF9C2B7C8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4676775"/>
            <a:ext cx="1752600" cy="809625"/>
          </a:xfrm>
          <a:prstGeom xmlns:a="http://schemas.openxmlformats.org/drawingml/2006/main" prst="roundRect">
            <a:avLst>
              <a:gd name="adj" fmla="val 14118"/>
            </a:avLst>
          </a:prstGeom>
          <a:solidFill xmlns:a="http://schemas.openxmlformats.org/drawingml/2006/main">
            <a:srgbClr val="E5F0DA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650" b="1">
                <a:solidFill>
                  <a:srgbClr val="547D45"/>
                </a:solidFill>
              </a:defRPr>
            </a:defPPr>
          </a:lstStyle>
          <a:p xmlns:a="http://schemas.openxmlformats.org/drawingml/2006/main">
            <a:pPr algn="ctr">
              <a:defRPr sz="1650" b="1">
                <a:solidFill>
                  <a:srgbClr val="547D45"/>
                </a:solidFill>
              </a:defRPr>
            </a:pPr>
            <a:r>
              <a:rPr sz="1650" b="1">
                <a:solidFill>
                  <a:srgbClr val="547D45"/>
                </a:solidFill>
                <a:latin typeface="Microsoft YaHei"/>
                <a:ea typeface="Microsoft YaHei"/>
                <a:cs typeface="Microsoft YaHei"/>
              </a:rPr>
              <a:t>成功率 / 恢复</a:t>
            </a:r>
          </a:p>
        </p:txBody>
      </p:sp>
      <p:sp>
        <p:nvSpPr>
          <p:cNvPr id="51" name="目标值待定 （待测）">
            <a:extLst xmlns:a="http://schemas.openxmlformats.org/drawingml/2006/main">
              <a:ext uri="{FF2B5EF4-FFF2-40B4-BE49-F238E27FC236}">
                <a16:creationId xmlns:a16="http://schemas.microsoft.com/office/drawing/2014/main" id="{57A4D38C-AF0C-4156-BFCA-CDB96A795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5838825"/>
            <a:ext cx="1752600" cy="962025"/>
          </a:xfrm>
          <a:prstGeom xmlns:a="http://schemas.openxmlformats.org/drawingml/2006/main" prst="roundRect">
            <a:avLst>
              <a:gd name="adj" fmla="val 11881"/>
            </a:avLst>
          </a:prstGeom>
          <a:solidFill xmlns:a="http://schemas.openxmlformats.org/drawingml/2006/main">
            <a:srgbClr val="FFF1CB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650" b="1">
                <a:solidFill>
                  <a:srgbClr val="A67A20"/>
                </a:solidFill>
              </a:defRPr>
            </a:defPPr>
          </a:lstStyle>
          <a:p xmlns:a="http://schemas.openxmlformats.org/drawingml/2006/main">
            <a:pPr algn="ctr">
              <a:defRPr sz="1650" b="1">
                <a:solidFill>
                  <a:srgbClr val="A67A20"/>
                </a:solidFill>
              </a:defRPr>
            </a:pPr>
            <a:r>
              <a:rPr sz="1650" b="1">
                <a:solidFill>
                  <a:srgbClr val="A67A20"/>
                </a:solidFill>
                <a:latin typeface="Microsoft YaHei"/>
                <a:ea typeface="Microsoft YaHei"/>
                <a:cs typeface="Microsoft YaHei"/>
              </a:rPr>
              <a:t>目标值待定</a:t>
            </a:r>
          </a:p>
          <a:p xmlns:a="http://schemas.openxmlformats.org/drawingml/2006/main">
            <a:pPr algn="ctr">
              <a:defRPr sz="1650" b="1">
                <a:solidFill>
                  <a:srgbClr val="A67A20"/>
                </a:solidFill>
              </a:defRPr>
            </a:pPr>
            <a:r>
              <a:rPr sz="1650" b="1">
                <a:solidFill>
                  <a:srgbClr val="A67A20"/>
                </a:solidFill>
                <a:latin typeface="Microsoft YaHei"/>
                <a:ea typeface="Microsoft YaHei"/>
                <a:cs typeface="Microsoft YaHei"/>
              </a:rPr>
              <a:t>（待测）</a:t>
            </a:r>
          </a:p>
        </p:txBody>
      </p:sp>
      <p:sp>
        <p:nvSpPr>
          <p:cNvPr id="52" name="兼容">
            <a:extLst xmlns:a="http://schemas.openxmlformats.org/drawingml/2006/main">
              <a:ext uri="{FF2B5EF4-FFF2-40B4-BE49-F238E27FC236}">
                <a16:creationId xmlns:a16="http://schemas.microsoft.com/office/drawing/2014/main" id="{C0B7EF7D-94EA-43D4-8BB1-BD48943D6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1533525"/>
            <a:ext cx="1752600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277DC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875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兼容</a:t>
            </a:r>
          </a:p>
        </p:txBody>
      </p:sp>
      <p:sp>
        <p:nvSpPr>
          <p:cNvPr id="53" name="4 类客户端">
            <a:extLst xmlns:a="http://schemas.openxmlformats.org/drawingml/2006/main">
              <a:ext uri="{FF2B5EF4-FFF2-40B4-BE49-F238E27FC236}">
                <a16:creationId xmlns:a16="http://schemas.microsoft.com/office/drawing/2014/main" id="{BE9C6A55-803C-4642-BF89-CC7DB5382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543175"/>
            <a:ext cx="1752600" cy="809625"/>
          </a:xfrm>
          <a:prstGeom xmlns:a="http://schemas.openxmlformats.org/drawingml/2006/main" prst="roundRect">
            <a:avLst>
              <a:gd name="adj" fmla="val 14118"/>
            </a:avLst>
          </a:prstGeom>
          <a:solidFill xmlns:a="http://schemas.openxmlformats.org/drawingml/2006/main">
            <a:srgbClr val="EAF4FC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650" b="0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ctr">
              <a:defRPr sz="1650" b="0">
                <a:solidFill>
                  <a:srgbClr val="233E54"/>
                </a:solidFill>
              </a:defRPr>
            </a:pPr>
            <a:r>
              <a:rPr sz="1650" b="0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4 类客户端</a:t>
            </a:r>
          </a:p>
        </p:txBody>
      </p:sp>
      <p:sp>
        <p:nvSpPr>
          <p:cNvPr id="54" name="boundary">
            <a:extLst xmlns:a="http://schemas.openxmlformats.org/drawingml/2006/main">
              <a:ext uri="{FF2B5EF4-FFF2-40B4-BE49-F238E27FC236}">
                <a16:creationId xmlns:a16="http://schemas.microsoft.com/office/drawing/2014/main" id="{1BD61DAA-04C7-43E3-8AFD-F64FCBF78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8900" y="33528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55" name="boundary">
            <a:extLst xmlns:a="http://schemas.openxmlformats.org/drawingml/2006/main">
              <a:ext uri="{FF2B5EF4-FFF2-40B4-BE49-F238E27FC236}">
                <a16:creationId xmlns:a16="http://schemas.microsoft.com/office/drawing/2014/main" id="{D71E6C23-3878-4D6C-BC47-71B05CE27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8900" y="35909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57" name="远程 / stdio">
            <a:extLst xmlns:a="http://schemas.openxmlformats.org/drawingml/2006/main">
              <a:ext uri="{FF2B5EF4-FFF2-40B4-BE49-F238E27FC236}">
                <a16:creationId xmlns:a16="http://schemas.microsoft.com/office/drawing/2014/main" id="{5FC9F600-8389-4FBA-97DE-A53155A44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3609975"/>
            <a:ext cx="1752600" cy="809625"/>
          </a:xfrm>
          <a:prstGeom xmlns:a="http://schemas.openxmlformats.org/drawingml/2006/main" prst="roundRect">
            <a:avLst>
              <a:gd name="adj" fmla="val 14118"/>
            </a:avLst>
          </a:prstGeom>
          <a:solidFill xmlns:a="http://schemas.openxmlformats.org/drawingml/2006/main">
            <a:srgbClr val="EAF4FC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650" b="0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ctr">
              <a:defRPr sz="1650" b="0">
                <a:solidFill>
                  <a:srgbClr val="233E54"/>
                </a:solidFill>
              </a:defRPr>
            </a:pPr>
            <a:r>
              <a:rPr sz="1650" b="0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远程 / stdio</a:t>
            </a:r>
          </a:p>
        </p:txBody>
      </p:sp>
      <p:sp>
        <p:nvSpPr>
          <p:cNvPr id="58" name="boundary">
            <a:extLst xmlns:a="http://schemas.openxmlformats.org/drawingml/2006/main">
              <a:ext uri="{FF2B5EF4-FFF2-40B4-BE49-F238E27FC236}">
                <a16:creationId xmlns:a16="http://schemas.microsoft.com/office/drawing/2014/main" id="{63C7B0C9-E21F-41B2-A4CF-91C3BD9B0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8900" y="44196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59" name="boundary">
            <a:extLst xmlns:a="http://schemas.openxmlformats.org/drawingml/2006/main">
              <a:ext uri="{FF2B5EF4-FFF2-40B4-BE49-F238E27FC236}">
                <a16:creationId xmlns:a16="http://schemas.microsoft.com/office/drawing/2014/main" id="{F12E00EA-948E-4385-A5AD-8892D0178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8900" y="46577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61" name="加载 / 续取">
            <a:extLst xmlns:a="http://schemas.openxmlformats.org/drawingml/2006/main">
              <a:ext uri="{FF2B5EF4-FFF2-40B4-BE49-F238E27FC236}">
                <a16:creationId xmlns:a16="http://schemas.microsoft.com/office/drawing/2014/main" id="{79074A58-F1B5-41A4-BD87-E8F508BB3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4676775"/>
            <a:ext cx="1752600" cy="809625"/>
          </a:xfrm>
          <a:prstGeom xmlns:a="http://schemas.openxmlformats.org/drawingml/2006/main" prst="roundRect">
            <a:avLst>
              <a:gd name="adj" fmla="val 14118"/>
            </a:avLst>
          </a:prstGeom>
          <a:solidFill xmlns:a="http://schemas.openxmlformats.org/drawingml/2006/main">
            <a:srgbClr val="E5F0DA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650" b="1">
                <a:solidFill>
                  <a:srgbClr val="547D45"/>
                </a:solidFill>
              </a:defRPr>
            </a:defPPr>
          </a:lstStyle>
          <a:p xmlns:a="http://schemas.openxmlformats.org/drawingml/2006/main">
            <a:pPr algn="ctr">
              <a:defRPr sz="1650" b="1">
                <a:solidFill>
                  <a:srgbClr val="547D45"/>
                </a:solidFill>
              </a:defRPr>
            </a:pPr>
            <a:r>
              <a:rPr sz="1650" b="1">
                <a:solidFill>
                  <a:srgbClr val="547D45"/>
                </a:solidFill>
                <a:latin typeface="Microsoft YaHei"/>
                <a:ea typeface="Microsoft YaHei"/>
                <a:cs typeface="Microsoft YaHei"/>
              </a:rPr>
              <a:t>加载 / 续取</a:t>
            </a:r>
          </a:p>
        </p:txBody>
      </p:sp>
      <p:sp>
        <p:nvSpPr>
          <p:cNvPr id="62" name="目标值待定 （待测）">
            <a:extLst xmlns:a="http://schemas.openxmlformats.org/drawingml/2006/main">
              <a:ext uri="{FF2B5EF4-FFF2-40B4-BE49-F238E27FC236}">
                <a16:creationId xmlns:a16="http://schemas.microsoft.com/office/drawing/2014/main" id="{4BDF12C4-9D4B-4970-B297-D0FEDDC9E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5838825"/>
            <a:ext cx="1752600" cy="962025"/>
          </a:xfrm>
          <a:prstGeom xmlns:a="http://schemas.openxmlformats.org/drawingml/2006/main" prst="roundRect">
            <a:avLst>
              <a:gd name="adj" fmla="val 11881"/>
            </a:avLst>
          </a:prstGeom>
          <a:solidFill xmlns:a="http://schemas.openxmlformats.org/drawingml/2006/main">
            <a:srgbClr val="FFF1CB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650" b="1">
                <a:solidFill>
                  <a:srgbClr val="A67A20"/>
                </a:solidFill>
              </a:defRPr>
            </a:defPPr>
          </a:lstStyle>
          <a:p xmlns:a="http://schemas.openxmlformats.org/drawingml/2006/main">
            <a:pPr algn="ctr">
              <a:defRPr sz="1650" b="1">
                <a:solidFill>
                  <a:srgbClr val="A67A20"/>
                </a:solidFill>
              </a:defRPr>
            </a:pPr>
            <a:r>
              <a:rPr sz="1650" b="1">
                <a:solidFill>
                  <a:srgbClr val="A67A20"/>
                </a:solidFill>
                <a:latin typeface="Microsoft YaHei"/>
                <a:ea typeface="Microsoft YaHei"/>
                <a:cs typeface="Microsoft YaHei"/>
              </a:rPr>
              <a:t>目标值待定</a:t>
            </a:r>
          </a:p>
          <a:p xmlns:a="http://schemas.openxmlformats.org/drawingml/2006/main">
            <a:pPr algn="ctr">
              <a:defRPr sz="1650" b="1">
                <a:solidFill>
                  <a:srgbClr val="A67A20"/>
                </a:solidFill>
              </a:defRPr>
            </a:pPr>
            <a:r>
              <a:rPr sz="1650" b="1">
                <a:solidFill>
                  <a:srgbClr val="A67A20"/>
                </a:solidFill>
                <a:latin typeface="Microsoft YaHei"/>
                <a:ea typeface="Microsoft YaHei"/>
                <a:cs typeface="Microsoft YaHei"/>
              </a:rPr>
              <a:t>（待测）</a:t>
            </a:r>
          </a:p>
        </p:txBody>
      </p:sp>
      <p:sp>
        <p:nvSpPr>
          <p:cNvPr id="63" name="同模型同提示；保存原始结果；未执行不计为通过">
            <a:extLst xmlns:a="http://schemas.openxmlformats.org/drawingml/2006/main">
              <a:ext uri="{FF2B5EF4-FFF2-40B4-BE49-F238E27FC236}">
                <a16:creationId xmlns:a16="http://schemas.microsoft.com/office/drawing/2014/main" id="{5261625D-6204-454D-BECB-C6E1CC865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7353300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350" b="0">
                <a:solidFill>
                  <a:srgbClr val="657D8E"/>
                </a:solidFill>
              </a:defRPr>
            </a:defPPr>
          </a:lstStyle>
          <a:p xmlns:a="http://schemas.openxmlformats.org/drawingml/2006/main">
            <a:pPr algn="ctr">
              <a:defRPr sz="1350" b="0">
                <a:solidFill>
                  <a:srgbClr val="657D8E"/>
                </a:solidFill>
              </a:defRPr>
            </a:pPr>
            <a:r>
              <a:rPr sz="1350" b="0">
                <a:solidFill>
                  <a:srgbClr val="657D8E"/>
                </a:solidFill>
                <a:latin typeface="Microsoft YaHei"/>
                <a:ea typeface="Microsoft YaHei"/>
                <a:cs typeface="Microsoft YaHei"/>
              </a:rPr>
              <a:t>同模型同提示；保存原始结果；未执行不计为通过</a:t>
            </a:r>
          </a:p>
        </p:txBody>
      </p:sp>
    </p:spTree>
    <p:extLst>
      <p:ext uri="{BB962C8B-B14F-4D97-AF65-F5344CB8AC3E}">
        <p14:creationId xmlns:p14="http://schemas.microsoft.com/office/powerpoint/2010/main" val="62339932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2026-10-16T04:43:48.5560000Z</dcterms:created>
  <dcterms:modified xsi:type="dcterms:W3CDTF">2026-10-16T04:43:48.5560000Z</dcterms:modified>
</coreProperties>
</file>